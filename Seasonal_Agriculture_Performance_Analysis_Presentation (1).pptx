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7.xml" ContentType="application/vnd.openxmlformats-officedocument.drawingml.chart+xml"/>
  <Override PartName="/ppt/slides/charts/chart8.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1f45ad191784e06" /><Relationship Type="http://schemas.openxmlformats.org/officeDocument/2006/relationships/extended-properties" Target="/docProps/app.xml" Id="Ree999057ed7c4c50" /><Relationship Type="http://schemas.openxmlformats.org/officeDocument/2006/relationships/officeDocument" Target="/ppt/presentation.xml" Id="R642e36a9758e49ae" /></Relationships>
</file>

<file path=ppt/presentation.xml><?xml version="1.0" encoding="utf-8"?>
<p:presentation xmlns:p="http://schemas.openxmlformats.org/presentationml/2006/main">
  <p:sldMasterIdLst>
    <p:sldMasterId xmlns:r="http://schemas.openxmlformats.org/officeDocument/2006/relationships" id="2147483648" r:id="R01344cff8ee94ed3"/>
  </p:sldMasterIdLst>
  <p:notesMasterIdLst>
    <p:notesMasterId xmlns:r="http://schemas.openxmlformats.org/officeDocument/2006/relationships" r:id="Rf7c5d372cb2e43b0"/>
  </p:notesMasterIdLst>
  <p:sldIdLst>
    <p:sldId xmlns:r="http://schemas.openxmlformats.org/officeDocument/2006/relationships" id="256" r:id="R471d63afd2bb4817"/>
    <p:sldId xmlns:r="http://schemas.openxmlformats.org/officeDocument/2006/relationships" id="257" r:id="Rd317d200b9e443f0"/>
    <p:sldId xmlns:r="http://schemas.openxmlformats.org/officeDocument/2006/relationships" id="258" r:id="R13b153c392554df4"/>
    <p:sldId xmlns:r="http://schemas.openxmlformats.org/officeDocument/2006/relationships" id="259" r:id="R6557bbbd767e4df9"/>
    <p:sldId xmlns:r="http://schemas.openxmlformats.org/officeDocument/2006/relationships" id="260" r:id="R3e6ea612f7cb4fa9"/>
    <p:sldId xmlns:r="http://schemas.openxmlformats.org/officeDocument/2006/relationships" id="261" r:id="Rf8fda2cda6924e38"/>
    <p:sldId xmlns:r="http://schemas.openxmlformats.org/officeDocument/2006/relationships" id="262" r:id="R51688ec725f447e4"/>
    <p:sldId xmlns:r="http://schemas.openxmlformats.org/officeDocument/2006/relationships" id="263" r:id="Reecf8dc87db14375"/>
    <p:sldId xmlns:r="http://schemas.openxmlformats.org/officeDocument/2006/relationships" id="264" r:id="R5777ec05cc154d12"/>
    <p:sldId xmlns:r="http://schemas.openxmlformats.org/officeDocument/2006/relationships" id="265" r:id="Rbdd8cc1f5cb64bd4"/>
    <p:sldId xmlns:r="http://schemas.openxmlformats.org/officeDocument/2006/relationships" id="266" r:id="Rdef513e91e2f4b9b"/>
    <p:sldId xmlns:r="http://schemas.openxmlformats.org/officeDocument/2006/relationships" id="267" r:id="R65c5090cc7974fe3"/>
    <p:sldId xmlns:r="http://schemas.openxmlformats.org/officeDocument/2006/relationships" id="268" r:id="R1f8646d0a4634a77"/>
    <p:sldId xmlns:r="http://schemas.openxmlformats.org/officeDocument/2006/relationships" id="269" r:id="Rd81e246538b243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4b93276cf384dc0" /><Relationship Type="http://schemas.openxmlformats.org/officeDocument/2006/relationships/slideMaster" Target="/ppt/slideMasters/slideMaster1.xml" Id="R01344cff8ee94ed3" /><Relationship Type="http://schemas.openxmlformats.org/officeDocument/2006/relationships/notesMaster" Target="/ppt/notesMasters/notesMaster1.xml" Id="Rf7c5d372cb2e43b0" /><Relationship Type="http://schemas.openxmlformats.org/officeDocument/2006/relationships/presProps" Target="/ppt/presProps.xml" Id="R87063055f58340f6" /><Relationship Type="http://schemas.openxmlformats.org/officeDocument/2006/relationships/viewProps" Target="/ppt/viewProps.xml" Id="Rc8e8d14f3b99401f" /><Relationship Type="http://schemas.openxmlformats.org/officeDocument/2006/relationships/tableStyles" Target="/ppt/tableStyles.xml" Id="R36ce02b92aeb4b73" /><Relationship Type="http://schemas.openxmlformats.org/officeDocument/2006/relationships/slide" Target="/ppt/slides/slide1.xml" Id="R471d63afd2bb4817" /><Relationship Type="http://schemas.openxmlformats.org/officeDocument/2006/relationships/slide" Target="/ppt/slides/slide2.xml" Id="Rd317d200b9e443f0" /><Relationship Type="http://schemas.openxmlformats.org/officeDocument/2006/relationships/slide" Target="/ppt/slides/slide3.xml" Id="R13b153c392554df4" /><Relationship Type="http://schemas.openxmlformats.org/officeDocument/2006/relationships/slide" Target="/ppt/slides/slide4.xml" Id="R6557bbbd767e4df9" /><Relationship Type="http://schemas.openxmlformats.org/officeDocument/2006/relationships/slide" Target="/ppt/slides/slide5.xml" Id="R3e6ea612f7cb4fa9" /><Relationship Type="http://schemas.openxmlformats.org/officeDocument/2006/relationships/slide" Target="/ppt/slides/slide6.xml" Id="Rf8fda2cda6924e38" /><Relationship Type="http://schemas.openxmlformats.org/officeDocument/2006/relationships/slide" Target="/ppt/slides/slide7.xml" Id="R51688ec725f447e4" /><Relationship Type="http://schemas.openxmlformats.org/officeDocument/2006/relationships/slide" Target="/ppt/slides/slide8.xml" Id="Reecf8dc87db14375" /><Relationship Type="http://schemas.openxmlformats.org/officeDocument/2006/relationships/slide" Target="/ppt/slides/slide9.xml" Id="R5777ec05cc154d12" /><Relationship Type="http://schemas.openxmlformats.org/officeDocument/2006/relationships/slide" Target="/ppt/slides/slide10.xml" Id="Rbdd8cc1f5cb64bd4" /><Relationship Type="http://schemas.openxmlformats.org/officeDocument/2006/relationships/slide" Target="/ppt/slides/slide11.xml" Id="Rdef513e91e2f4b9b" /><Relationship Type="http://schemas.openxmlformats.org/officeDocument/2006/relationships/slide" Target="/ppt/slides/slide12.xml" Id="R65c5090cc7974fe3" /><Relationship Type="http://schemas.openxmlformats.org/officeDocument/2006/relationships/slide" Target="/ppt/slides/slide13.xml" Id="R1f8646d0a4634a77" /><Relationship Type="http://schemas.openxmlformats.org/officeDocument/2006/relationships/slide" Target="/ppt/slides/slide14.xml" Id="Rd81e246538b243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5a83c21d7944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ca59368d134c17" /><Relationship Type="http://schemas.openxmlformats.org/officeDocument/2006/relationships/notesMaster" Target="/ppt/notesMasters/notesMaster1.xml" Id="R39cfa4846fe443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4930a5757a4b98" /><Relationship Type="http://schemas.openxmlformats.org/officeDocument/2006/relationships/notesMaster" Target="/ppt/notesMasters/notesMaster1.xml" Id="Ra4d097c5767546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3fb295e5384268" /><Relationship Type="http://schemas.openxmlformats.org/officeDocument/2006/relationships/notesMaster" Target="/ppt/notesMasters/notesMaster1.xml" Id="R47171b8c75df4f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8b725de27f45ef" /><Relationship Type="http://schemas.openxmlformats.org/officeDocument/2006/relationships/notesMaster" Target="/ppt/notesMasters/notesMaster1.xml" Id="R445ce354d0a646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3414959f6df4cf6" /><Relationship Type="http://schemas.openxmlformats.org/officeDocument/2006/relationships/notesMaster" Target="/ppt/notesMasters/notesMaster1.xml" Id="Rb12bd095863347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a87b3e3c424fa6" /><Relationship Type="http://schemas.openxmlformats.org/officeDocument/2006/relationships/notesMaster" Target="/ppt/notesMasters/notesMaster1.xml" Id="R68a5c7e73ed942b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4f3c6a131d6442b" /><Relationship Type="http://schemas.openxmlformats.org/officeDocument/2006/relationships/notesMaster" Target="/ppt/notesMasters/notesMaster1.xml" Id="Rfd78295b50604a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33bd533732448d" /><Relationship Type="http://schemas.openxmlformats.org/officeDocument/2006/relationships/notesMaster" Target="/ppt/notesMasters/notesMaster1.xml" Id="R425bfad2423645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8527ff0d9f46b9" /><Relationship Type="http://schemas.openxmlformats.org/officeDocument/2006/relationships/notesMaster" Target="/ppt/notesMasters/notesMaster1.xml" Id="Reeb4f1e1c1834c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b9ef3513ce94a98" /><Relationship Type="http://schemas.openxmlformats.org/officeDocument/2006/relationships/notesMaster" Target="/ppt/notesMasters/notesMaster1.xml" Id="Ra002b1f7009541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6cc82827a64fc6" /><Relationship Type="http://schemas.openxmlformats.org/officeDocument/2006/relationships/notesMaster" Target="/ppt/notesMasters/notesMaster1.xml" Id="Rfd66c204b0e9490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285cb9118c4378" /><Relationship Type="http://schemas.openxmlformats.org/officeDocument/2006/relationships/notesMaster" Target="/ppt/notesMasters/notesMaster1.xml" Id="Rc80d4963047a45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d908c4282b94e47" /><Relationship Type="http://schemas.openxmlformats.org/officeDocument/2006/relationships/notesMaster" Target="/ppt/notesMasters/notesMaster1.xml" Id="R4595e940894248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bfba0bbb0a4d0c" /><Relationship Type="http://schemas.openxmlformats.org/officeDocument/2006/relationships/notesMaster" Target="/ppt/notesMasters/notesMaster1.xml" Id="R0385c2c6c22143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seasonal_agriculture_performance_dataset.csv. Calculations reproduced in Seasonal_Agriculture_Performance_Analysis.ipynb.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f4681ebe1941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ec9f7285b5946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d51ead35384458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148d86bf3145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5882dde9d64c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4d0ab6b20a486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d70209ec6274ec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d679fe9c85947f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d4c63b4d18f4dcf"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c968b45306e466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df34413e100d400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5046c3264b04e07"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5210f7908ef64cf6"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83ec5cfa3d774f98"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3459dda89fb54cf9"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b32fd5b01a024d02"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fcd4917c256a4a94"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64ca1dcef8e840da"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3d68ec5d65514132"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0e3c9e74d3fe46cb"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e53dfe63da8e498b" /></Relationships>
</file>

<file path=ppt/slideLayouts/slideLayout1.xml><?xml version="1.0" encoding="utf-8"?>
<p:sldLayout xmlns:p="http://schemas.openxmlformats.org/presentationml/2006/main" showMasterSp="0" type="title" preserve="1">
  <p:cSld name="Title Slide">
    <p:spTree>
      <p:nvGrpSpPr>
        <p:cNvPr id="1" name=""/>
        <p:cNvGrpSpPr/>
        <p:nvPr/>
      </p:nvGrpSpPr>
      <p:grpSpPr>
        <a:xfrm xmlns:a="http://schemas.openxmlformats.org/drawingml/2006/main"/>
      </p:grpSpPr>
      <p:sp>
        <p:nvSpPr>
          <p:cNvPr id="15" name="Freeform 14">
            <a:extLst xmlns:a="http://schemas.openxmlformats.org/drawingml/2006/main">
              <a:ext uri="{FF2B5EF4-FFF2-40B4-BE49-F238E27FC236}">
                <a16:creationId xmlns:a16="http://schemas.microsoft.com/office/drawing/2014/main" id="{03631184-6767-4CC5-94F7-BBB3F7A056E2}"/>
              </a:ext>
            </a:extLst>
          </p:cNvPr>
          <p:cNvSpPr>
            <a:spLocks xmlns:a="http://schemas.openxmlformats.org/drawingml/2006/main" noGrp="1"/>
          </p:cNvSpPr>
          <p:nvPr/>
        </p:nvSpPr>
        <p:spPr>
          <a:xfrm xmlns:a="http://schemas.openxmlformats.org/drawingml/2006/main" rot="0" flipH="0" flipV="0">
            <a:off x="0" y="-7862"/>
            <a:ext cx="863600" cy="5698067"/>
          </a:xfrm>
          <a:custGeom xmlns:a="http://schemas.openxmlformats.org/drawingml/2006/main">
            <a:rect l="l" t="t" r="r" b="b"/>
            <a:pathLst>
              <a:path w="863600" h="5698067">
                <a:moveTo>
                  <a:pt x="0" y="8467"/>
                </a:moveTo>
                <a:lnTo>
                  <a:pt x="863600" y="0"/>
                </a:lnTo>
                <a:lnTo>
                  <a:pt x="863600" y="16934"/>
                </a:lnTo>
                <a:lnTo>
                  <a:pt x="0" y="5698067"/>
                </a:lnTo>
                <a:lnTo>
                  <a:pt x="0" y="8467"/>
                </a:lnTo>
                <a:close/>
              </a:path>
            </a:pathLst>
          </a:custGeom>
          <a:solidFill xmlns:a="http://schemas.openxmlformats.org/drawingml/2006/main">
            <a:schemeClr val="accent1">
              <a:alpha val="7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19" name="Straight Connector 18">
            <a:extLst xmlns:a="http://schemas.openxmlformats.org/drawingml/2006/main">
              <a:ext uri="{FF2B5EF4-FFF2-40B4-BE49-F238E27FC236}">
                <a16:creationId xmlns:a16="http://schemas.microsoft.com/office/drawing/2014/main" id="{007DDA5D-C5C1-4076-9EB5-7555B5E808DC}"/>
              </a:ext>
            </a:extLst>
          </p:cNvPr>
          <p:cNvSpPr>
            <a:spLocks xmlns:a="http://schemas.openxmlformats.org/drawingml/2006/main" noGrp="1"/>
          </p:cNvSpPr>
          <p:nvPr/>
        </p:nvSpPr>
        <p:spPr>
          <a:xfrm xmlns:a="http://schemas.openxmlformats.org/drawingml/2006/main" rot="0" flipH="0" flipV="0">
            <a:off x="9371012" y="0"/>
            <a:ext cx="1219200" cy="6858000"/>
          </a:xfrm>
          <a:prstGeom xmlns:a="http://schemas.openxmlformats.org/drawingml/2006/main" prst="line">
            <a:avLst/>
          </a:prstGeom>
          <a:ln xmlns:a="http://schemas.openxmlformats.org/drawingml/2006/main" w="9525">
            <a:solidFill>
              <a:schemeClr val="accent1">
                <a:alpha val="7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Straight Connector 19">
            <a:extLst xmlns:a="http://schemas.openxmlformats.org/drawingml/2006/main">
              <a:ext uri="{FF2B5EF4-FFF2-40B4-BE49-F238E27FC236}">
                <a16:creationId xmlns:a16="http://schemas.microsoft.com/office/drawing/2014/main" id="{3E3D1554-8C95-4AA2-B158-0758C9D9A4ED}"/>
              </a:ext>
            </a:extLst>
          </p:cNvPr>
          <p:cNvSpPr>
            <a:spLocks xmlns:a="http://schemas.openxmlformats.org/drawingml/2006/main" noGrp="1"/>
          </p:cNvSpPr>
          <p:nvPr/>
        </p:nvSpPr>
        <p:spPr>
          <a:xfrm xmlns:a="http://schemas.openxmlformats.org/drawingml/2006/main" rot="0" flipH="1" flipV="0">
            <a:off x="7425267" y="3681413"/>
            <a:ext cx="4763558" cy="3176587"/>
          </a:xfrm>
          <a:prstGeom xmlns:a="http://schemas.openxmlformats.org/drawingml/2006/main" prst="line">
            <a:avLst/>
          </a:prstGeom>
          <a:ln xmlns:a="http://schemas.openxmlformats.org/drawingml/2006/main" w="9525">
            <a:solidFill>
              <a:schemeClr val="accent1">
                <a:alpha val="7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Rectangle 23">
            <a:extLst xmlns:a="http://schemas.openxmlformats.org/drawingml/2006/main">
              <a:ext uri="{FF2B5EF4-FFF2-40B4-BE49-F238E27FC236}">
                <a16:creationId xmlns:a16="http://schemas.microsoft.com/office/drawing/2014/main" id="{4914855D-6023-4924-948B-568D3E2C6ED3}"/>
              </a:ext>
            </a:extLst>
          </p:cNvPr>
          <p:cNvSpPr>
            <a:spLocks xmlns:a="http://schemas.openxmlformats.org/drawingml/2006/main" noGrp="1"/>
          </p:cNvSpPr>
          <p:nvPr/>
        </p:nvSpPr>
        <p:spPr>
          <a:xfrm xmlns:a="http://schemas.openxmlformats.org/drawingml/2006/main" rot="0" flipH="0" flipV="0">
            <a:off x="9181476" y="-8467"/>
            <a:ext cx="3007349" cy="6866467"/>
          </a:xfrm>
          <a:custGeom xmlns:a="http://schemas.openxmlformats.org/drawingml/2006/main">
            <a:rect l="l" t="t" r="r" b="b"/>
            <a:pathLst>
              <a:path w="3007349" h="6866467">
                <a:moveTo>
                  <a:pt x="2045532" y="0"/>
                </a:moveTo>
                <a:lnTo>
                  <a:pt x="3007349" y="0"/>
                </a:lnTo>
                <a:lnTo>
                  <a:pt x="3007349" y="6866467"/>
                </a:lnTo>
                <a:lnTo>
                  <a:pt x="0" y="6866467"/>
                </a:lnTo>
                <a:lnTo>
                  <a:pt x="2045532" y="0"/>
                </a:lnTo>
                <a:close/>
              </a:path>
            </a:pathLst>
          </a:custGeom>
          <a:solidFill xmlns:a="http://schemas.openxmlformats.org/drawingml/2006/main">
            <a:schemeClr val="accent1">
              <a:alpha val="3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2" name="Rectangle 25">
            <a:extLst xmlns:a="http://schemas.openxmlformats.org/drawingml/2006/main">
              <a:ext uri="{FF2B5EF4-FFF2-40B4-BE49-F238E27FC236}">
                <a16:creationId xmlns:a16="http://schemas.microsoft.com/office/drawing/2014/main" id="{C808AEE5-B77D-4F20-BD17-4AE85820E68C}"/>
              </a:ext>
            </a:extLst>
          </p:cNvPr>
          <p:cNvSpPr>
            <a:spLocks xmlns:a="http://schemas.openxmlformats.org/drawingml/2006/main" noGrp="1"/>
          </p:cNvSpPr>
          <p:nvPr/>
        </p:nvSpPr>
        <p:spPr>
          <a:xfrm xmlns:a="http://schemas.openxmlformats.org/drawingml/2006/main" rot="0" flipH="0" flipV="0">
            <a:off x="9603442" y="-8467"/>
            <a:ext cx="2588558" cy="6866467"/>
          </a:xfrm>
          <a:custGeom xmlns:a="http://schemas.openxmlformats.org/drawingml/2006/main">
            <a:rect l="l" t="t" r="r" b="b"/>
            <a:pathLst>
              <a:path w="2573311" h="6866467">
                <a:moveTo>
                  <a:pt x="0" y="0"/>
                </a:moveTo>
                <a:lnTo>
                  <a:pt x="2573311" y="0"/>
                </a:lnTo>
                <a:lnTo>
                  <a:pt x="2573311" y="6866467"/>
                </a:lnTo>
                <a:lnTo>
                  <a:pt x="1202336" y="6866467"/>
                </a:lnTo>
                <a:lnTo>
                  <a:pt x="0" y="0"/>
                </a:lnTo>
                <a:close/>
              </a:path>
            </a:pathLst>
          </a:custGeom>
          <a:solidFill xmlns:a="http://schemas.openxmlformats.org/drawingml/2006/main">
            <a:schemeClr val="accent1">
              <a:alpha val="2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3" name="Isosceles Triangle 22">
            <a:extLst xmlns:a="http://schemas.openxmlformats.org/drawingml/2006/main">
              <a:ext uri="{FF2B5EF4-FFF2-40B4-BE49-F238E27FC236}">
                <a16:creationId xmlns:a16="http://schemas.microsoft.com/office/drawing/2014/main" id="{4DEBE53B-DD96-41F0-8F59-5DAC6D6A44ED}"/>
              </a:ext>
            </a:extLst>
          </p:cNvPr>
          <p:cNvSpPr>
            <a:spLocks xmlns:a="http://schemas.openxmlformats.org/drawingml/2006/main" noGrp="1"/>
          </p:cNvSpPr>
          <p:nvPr/>
        </p:nvSpPr>
        <p:spPr>
          <a:xfrm xmlns:a="http://schemas.openxmlformats.org/drawingml/2006/main" rot="0" flipH="0" flipV="0">
            <a:off x="8932333" y="3048000"/>
            <a:ext cx="3259667" cy="3810000"/>
          </a:xfrm>
          <a:prstGeom xmlns:a="http://schemas.openxmlformats.org/drawingml/2006/main" prst="triangle">
            <a:avLst>
              <a:gd name="adj" fmla="val 100000"/>
            </a:avLst>
          </a:prstGeom>
          <a:solidFill xmlns:a="http://schemas.openxmlformats.org/drawingml/2006/main">
            <a:schemeClr val="accent1">
              <a:lumMod val="75000"/>
              <a:alpha val="6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4" name="Rectangle 27">
            <a:extLst xmlns:a="http://schemas.openxmlformats.org/drawingml/2006/main">
              <a:ext uri="{FF2B5EF4-FFF2-40B4-BE49-F238E27FC236}">
                <a16:creationId xmlns:a16="http://schemas.microsoft.com/office/drawing/2014/main" id="{6948E938-98B3-4746-837F-FA42137CDCA4}"/>
              </a:ext>
            </a:extLst>
          </p:cNvPr>
          <p:cNvSpPr>
            <a:spLocks xmlns:a="http://schemas.openxmlformats.org/drawingml/2006/main" noGrp="1"/>
          </p:cNvSpPr>
          <p:nvPr/>
        </p:nvSpPr>
        <p:spPr>
          <a:xfrm xmlns:a="http://schemas.openxmlformats.org/drawingml/2006/main" rot="0" flipH="0" flipV="0">
            <a:off x="9334500" y="-8467"/>
            <a:ext cx="2854326" cy="6866467"/>
          </a:xfrm>
          <a:custGeom xmlns:a="http://schemas.openxmlformats.org/drawingml/2006/main">
            <a:rect l="l" t="t" r="r" b="b"/>
            <a:pathLst>
              <a:path w="2858013" h="6866467">
                <a:moveTo>
                  <a:pt x="0" y="0"/>
                </a:moveTo>
                <a:lnTo>
                  <a:pt x="2858013" y="0"/>
                </a:lnTo>
                <a:lnTo>
                  <a:pt x="2858013" y="6866467"/>
                </a:lnTo>
                <a:lnTo>
                  <a:pt x="2473942" y="6866467"/>
                </a:lnTo>
                <a:lnTo>
                  <a:pt x="0" y="0"/>
                </a:lnTo>
                <a:close/>
              </a:path>
            </a:pathLst>
          </a:custGeom>
          <a:solidFill xmlns:a="http://schemas.openxmlformats.org/drawingml/2006/main">
            <a:schemeClr val="accent1">
              <a:lumMod val="75000"/>
              <a:alpha val="5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5" name="Rectangle 28">
            <a:extLst xmlns:a="http://schemas.openxmlformats.org/drawingml/2006/main">
              <a:ext uri="{FF2B5EF4-FFF2-40B4-BE49-F238E27FC236}">
                <a16:creationId xmlns:a16="http://schemas.microsoft.com/office/drawing/2014/main" id="{FE654473-EA14-432E-9EBA-B05412FA15CE}"/>
              </a:ext>
            </a:extLst>
          </p:cNvPr>
          <p:cNvSpPr>
            <a:spLocks xmlns:a="http://schemas.openxmlformats.org/drawingml/2006/main" noGrp="1"/>
          </p:cNvSpPr>
          <p:nvPr/>
        </p:nvSpPr>
        <p:spPr>
          <a:xfrm xmlns:a="http://schemas.openxmlformats.org/drawingml/2006/main" rot="0" flipH="0" flipV="0">
            <a:off x="10898730" y="-8467"/>
            <a:ext cx="1290094" cy="6866467"/>
          </a:xfrm>
          <a:custGeom xmlns:a="http://schemas.openxmlformats.org/drawingml/2006/main">
            <a:rect l="l" t="t" r="r" b="b"/>
            <a:pathLst>
              <a:path w="1290094" h="6858000">
                <a:moveTo>
                  <a:pt x="1019735" y="0"/>
                </a:moveTo>
                <a:lnTo>
                  <a:pt x="1290094" y="0"/>
                </a:lnTo>
                <a:lnTo>
                  <a:pt x="1290094" y="6858000"/>
                </a:lnTo>
                <a:lnTo>
                  <a:pt x="0" y="6858000"/>
                </a:lnTo>
                <a:lnTo>
                  <a:pt x="1019735" y="0"/>
                </a:lnTo>
                <a:close/>
              </a:path>
            </a:pathLst>
          </a:custGeom>
          <a:solidFill xmlns:a="http://schemas.openxmlformats.org/drawingml/2006/main">
            <a:schemeClr val="accent2">
              <a:alpha val="7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6" name="Rectangle 29">
            <a:extLst xmlns:a="http://schemas.openxmlformats.org/drawingml/2006/main">
              <a:ext uri="{FF2B5EF4-FFF2-40B4-BE49-F238E27FC236}">
                <a16:creationId xmlns:a16="http://schemas.microsoft.com/office/drawing/2014/main" id="{79D69214-C4DF-4B80-A536-4FF5676D7178}"/>
              </a:ext>
            </a:extLst>
          </p:cNvPr>
          <p:cNvSpPr>
            <a:spLocks xmlns:a="http://schemas.openxmlformats.org/drawingml/2006/main" noGrp="1"/>
          </p:cNvSpPr>
          <p:nvPr/>
        </p:nvSpPr>
        <p:spPr>
          <a:xfrm xmlns:a="http://schemas.openxmlformats.org/drawingml/2006/main" rot="0" flipH="0" flipV="0">
            <a:off x="10938999" y="-8467"/>
            <a:ext cx="1249825" cy="6866467"/>
          </a:xfrm>
          <a:custGeom xmlns:a="http://schemas.openxmlformats.org/drawingml/2006/main">
            <a:rect l="l" t="t" r="r" b="b"/>
            <a:pathLst>
              <a:path w="1249825" h="6858000">
                <a:moveTo>
                  <a:pt x="0" y="0"/>
                </a:moveTo>
                <a:lnTo>
                  <a:pt x="1249825" y="0"/>
                </a:lnTo>
                <a:lnTo>
                  <a:pt x="1249825" y="6858000"/>
                </a:lnTo>
                <a:lnTo>
                  <a:pt x="1109382" y="6858000"/>
                </a:lnTo>
                <a:lnTo>
                  <a:pt x="0" y="0"/>
                </a:lnTo>
                <a:close/>
              </a:path>
            </a:pathLst>
          </a:custGeom>
          <a:solidFill xmlns:a="http://schemas.openxmlformats.org/drawingml/2006/main">
            <a:schemeClr val="accent2">
              <a:lumMod val="75000"/>
              <a:alpha val="8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7" name="Isosceles Triangle 26">
            <a:extLst xmlns:a="http://schemas.openxmlformats.org/drawingml/2006/main">
              <a:ext uri="{FF2B5EF4-FFF2-40B4-BE49-F238E27FC236}">
                <a16:creationId xmlns:a16="http://schemas.microsoft.com/office/drawing/2014/main" id="{966B2FDC-F234-454E-A792-D94F51CF51BD}"/>
              </a:ext>
            </a:extLst>
          </p:cNvPr>
          <p:cNvSpPr>
            <a:spLocks xmlns:a="http://schemas.openxmlformats.org/drawingml/2006/main" noGrp="1"/>
          </p:cNvSpPr>
          <p:nvPr/>
        </p:nvSpPr>
        <p:spPr>
          <a:xfrm xmlns:a="http://schemas.openxmlformats.org/drawingml/2006/main" rot="0" flipH="0" flipV="0">
            <a:off x="10371666" y="3589867"/>
            <a:ext cx="1817159" cy="3268133"/>
          </a:xfrm>
          <a:prstGeom xmlns:a="http://schemas.openxmlformats.org/drawingml/2006/main" prst="triangle">
            <a:avLst>
              <a:gd name="adj" fmla="val 100000"/>
            </a:avLst>
          </a:prstGeom>
          <a:solidFill xmlns:a="http://schemas.openxmlformats.org/drawingml/2006/main">
            <a:schemeClr val="accent1">
              <a:lumMod val="75000"/>
              <a:alpha val="6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 name="Title 1">
            <a:extLst xmlns:a="http://schemas.openxmlformats.org/drawingml/2006/main">
              <a:ext uri="{FF2B5EF4-FFF2-40B4-BE49-F238E27FC236}">
                <a16:creationId xmlns:a16="http://schemas.microsoft.com/office/drawing/2014/main" id="{BE725701-D32D-47B5-9724-A10DE319DB59}"/>
              </a:ext>
            </a:extLst>
          </p:cNvPr>
          <p:cNvSpPr>
            <a:spLocks xmlns:a="http://schemas.openxmlformats.org/drawingml/2006/main" noGrp="1"/>
          </p:cNvSpPr>
          <p:nvPr>
            <p:ph type="ctrTitle" idx="0"/>
          </p:nvPr>
        </p:nvSpPr>
        <p:spPr>
          <a:xfrm xmlns:a="http://schemas.openxmlformats.org/drawingml/2006/main">
            <a:off x="1507067" y="2404534"/>
            <a:ext cx="7766936" cy="1646302"/>
          </a:xfrm>
        </p:spPr>
        <p:txBody>
          <a:bodyPr xmlns:a="http://schemas.openxmlformats.org/drawingml/2006/main" anchor="b">
            <a:noAutofit/>
          </a:bodyPr>
          <a:lstStyle xmlns:a="http://schemas.openxmlformats.org/drawingml/2006/main">
            <a:lvl1pPr algn="r">
              <a:buNone/>
              <a:defRPr sz="5400">
                <a:solidFill>
                  <a:schemeClr val="accent1"/>
                </a:solidFill>
              </a:defRPr>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D5D5E0E4-7569-41A6-9D20-59A246DCB4A6}"/>
              </a:ext>
            </a:extLst>
          </p:cNvPr>
          <p:cNvSpPr>
            <a:spLocks xmlns:a="http://schemas.openxmlformats.org/drawingml/2006/main" noGrp="1"/>
          </p:cNvSpPr>
          <p:nvPr>
            <p:ph type="subTitle" idx="1"/>
          </p:nvPr>
        </p:nvSpPr>
        <p:spPr>
          <a:xfrm xmlns:a="http://schemas.openxmlformats.org/drawingml/2006/main">
            <a:off x="1507067" y="4050833"/>
            <a:ext cx="7766936" cy="1096899"/>
          </a:xfrm>
        </p:spPr>
        <p:txBody>
          <a:bodyPr xmlns:a="http://schemas.openxmlformats.org/drawingml/2006/main" anchor="t"/>
          <a:lstStyle xmlns:a="http://schemas.openxmlformats.org/drawingml/2006/main">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55E65342-6033-4CAE-AC49-886918360F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69163F9E-9876-4841-971D-60738BB3C9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58F01C9-F777-41E4-9E08-9502A0DE7A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3FA2B9C-96C4-46A9-BCBF-69920823741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747EA1C-0FBB-4FBE-9EEA-7A052577ECE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0719207C-3C81-4A71-8616-03D2A71EBA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617A3A4A-9BDC-4C1C-863F-6631EB82E8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D4E340E-CB7A-4213-B92D-2289FDD4B0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9A33B4-76DC-45F9-9EFC-96845015CFD6}"/>
              </a:ext>
            </a:extLst>
          </p:cNvPr>
          <p:cNvSpPr>
            <a:spLocks xmlns:a="http://schemas.openxmlformats.org/drawingml/2006/main" noGrp="1"/>
          </p:cNvSpPr>
          <p:nvPr>
            <p:ph type="title" idx="0"/>
          </p:nvPr>
        </p:nvSpPr>
        <p:spPr>
          <a:xfrm xmlns:a="http://schemas.openxmlformats.org/drawingml/2006/main">
            <a:off x="677335" y="2700867"/>
            <a:ext cx="8596668" cy="1826581"/>
          </a:xfrm>
        </p:spPr>
        <p:txBody>
          <a:bodyPr xmlns:a="http://schemas.openxmlformats.org/drawingml/2006/main" anchor="b"/>
          <a:lstStyle xmlns:a="http://schemas.openxmlformats.org/drawingml/2006/main">
            <a:lvl1pPr algn="l">
              <a:buNone/>
              <a:defRPr sz="4000" b="0" cap="none"/>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C26B4977-0178-4057-8DFA-332C5AD661B5}"/>
              </a:ext>
            </a:extLst>
          </p:cNvPr>
          <p:cNvSpPr>
            <a:spLocks xmlns:a="http://schemas.openxmlformats.org/drawingml/2006/main" noGrp="1"/>
          </p:cNvSpPr>
          <p:nvPr>
            <p:ph type="body" idx="1"/>
          </p:nvPr>
        </p:nvSpPr>
        <p:spPr>
          <a:xfrm xmlns:a="http://schemas.openxmlformats.org/drawingml/2006/main">
            <a:off x="677335" y="4527448"/>
            <a:ext cx="8596668" cy="860400"/>
          </a:xfrm>
        </p:spPr>
        <p:txBody>
          <a:bodyPr xmlns:a="http://schemas.openxmlformats.org/drawingml/2006/main" anchor="t"/>
          <a:lstStyle xmlns:a="http://schemas.openxmlformats.org/drawingml/2006/main">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789EF9-877B-4067-8975-6B365889521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DE922F23-5D32-4D82-AAE1-0DF203FA8CB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A6B5D7B-FF68-4DAB-AAB7-F3F970E3E12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A70D87D-CE94-4932-86A1-C1B23DF9C0F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5458AA4-0734-423A-AB87-EFC2808B3D46}"/>
              </a:ext>
            </a:extLst>
          </p:cNvPr>
          <p:cNvSpPr>
            <a:spLocks xmlns:a="http://schemas.openxmlformats.org/drawingml/2006/main" noGrp="1"/>
          </p:cNvSpPr>
          <p:nvPr>
            <p:ph idx="1"/>
          </p:nvPr>
        </p:nvSpPr>
        <p:spPr>
          <a:xfrm xmlns:a="http://schemas.openxmlformats.org/drawingml/2006/main">
            <a:off x="677334" y="2160589"/>
            <a:ext cx="4184035" cy="3880772"/>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E4D51881-3A17-4F48-9B12-C516ABCF7EDF}"/>
              </a:ext>
            </a:extLst>
          </p:cNvPr>
          <p:cNvSpPr>
            <a:spLocks xmlns:a="http://schemas.openxmlformats.org/drawingml/2006/main" noGrp="1"/>
          </p:cNvSpPr>
          <p:nvPr>
            <p:ph idx="2"/>
          </p:nvPr>
        </p:nvSpPr>
        <p:spPr>
          <a:xfrm xmlns:a="http://schemas.openxmlformats.org/drawingml/2006/main">
            <a:off x="5089970" y="2160589"/>
            <a:ext cx="4184034" cy="388077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AD9E4488-C5F6-4596-A6E3-6B560A766F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B712588-04B1-427B-82EE-E8DB90309F08}" type="datetimeFigureOut">
              <a:t>9/3/2026</a:t>
            </a:fld>
            <a:endParaRPr/>
          </a:p>
        </p:txBody>
      </p:sp>
      <p:sp>
        <p:nvSpPr>
          <p:cNvPr id="6" name="Footer Placeholder 5">
            <a:extLst xmlns:a="http://schemas.openxmlformats.org/drawingml/2006/main">
              <a:ext uri="{FF2B5EF4-FFF2-40B4-BE49-F238E27FC236}">
                <a16:creationId xmlns:a16="http://schemas.microsoft.com/office/drawing/2014/main" id="{87832304-3A10-4B7C-B524-69E556B7F88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B2BB7FB-58E4-4F88-9FD2-20ED2C21DA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FF9F0C5-380F-41C2-899A-BAC0F0927E16}" type="slidenum">
              <a:t>‹#›</a:t>
            </a:fld>
            <a:endParaRPr/>
          </a:p>
        </p:txBody>
      </p:sp>
    </p:spTree>
  </p:cSld>
  <p:hf hdr="0" ftr="0" dt="0"/>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0EAEA4-240B-442E-8590-45E8EF875A8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287C37B-6253-48D5-857B-31D847223F5F}"/>
              </a:ext>
            </a:extLst>
          </p:cNvPr>
          <p:cNvSpPr>
            <a:spLocks xmlns:a="http://schemas.openxmlformats.org/drawingml/2006/main" noGrp="1"/>
          </p:cNvSpPr>
          <p:nvPr>
            <p:ph type="body" idx="1"/>
          </p:nvPr>
        </p:nvSpPr>
        <p:spPr>
          <a:xfrm xmlns:a="http://schemas.openxmlformats.org/drawingml/2006/main">
            <a:off x="675745" y="2160983"/>
            <a:ext cx="4185623" cy="576262"/>
          </a:xfrm>
        </p:spPr>
        <p:txBody>
          <a:bodyPr xmlns:a="http://schemas.openxmlformats.org/drawingml/2006/main" anchor="b">
            <a:noAutofit/>
          </a:bodyPr>
          <a:lstStyle xmlns:a="http://schemas.openxmlformats.org/drawingml/2006/main">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4DF4AC7-4E55-4F27-9212-38CC03C0D181}"/>
              </a:ext>
            </a:extLst>
          </p:cNvPr>
          <p:cNvSpPr>
            <a:spLocks xmlns:a="http://schemas.openxmlformats.org/drawingml/2006/main" noGrp="1"/>
          </p:cNvSpPr>
          <p:nvPr>
            <p:ph idx="2"/>
          </p:nvPr>
        </p:nvSpPr>
        <p:spPr>
          <a:xfrm xmlns:a="http://schemas.openxmlformats.org/drawingml/2006/main">
            <a:off x="675745" y="2737245"/>
            <a:ext cx="4185623" cy="3304117"/>
          </a:xfrm>
        </p:spPr>
        <p:txBody>
          <a:bodyPr xmlns:a="http://schemas.openxmlformats.org/drawingml/2006/main">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6E399A5-A7BD-439B-BE22-851ABEEAA112}"/>
              </a:ext>
            </a:extLst>
          </p:cNvPr>
          <p:cNvSpPr>
            <a:spLocks xmlns:a="http://schemas.openxmlformats.org/drawingml/2006/main" noGrp="1"/>
          </p:cNvSpPr>
          <p:nvPr>
            <p:ph type="body" idx="3"/>
          </p:nvPr>
        </p:nvSpPr>
        <p:spPr>
          <a:xfrm xmlns:a="http://schemas.openxmlformats.org/drawingml/2006/main">
            <a:off x="5088383" y="2160983"/>
            <a:ext cx="4185618" cy="576262"/>
          </a:xfrm>
        </p:spPr>
        <p:txBody>
          <a:bodyPr xmlns:a="http://schemas.openxmlformats.org/drawingml/2006/main" anchor="b">
            <a:noAutofit/>
          </a:bodyPr>
          <a:lstStyle xmlns:a="http://schemas.openxmlformats.org/drawingml/2006/main">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551ECF5-EE31-4715-B2E4-063F2DF7028E}"/>
              </a:ext>
            </a:extLst>
          </p:cNvPr>
          <p:cNvSpPr>
            <a:spLocks xmlns:a="http://schemas.openxmlformats.org/drawingml/2006/main" noGrp="1"/>
          </p:cNvSpPr>
          <p:nvPr>
            <p:ph idx="4"/>
          </p:nvPr>
        </p:nvSpPr>
        <p:spPr>
          <a:xfrm xmlns:a="http://schemas.openxmlformats.org/drawingml/2006/main">
            <a:off x="5088384" y="2737245"/>
            <a:ext cx="4185617" cy="3304117"/>
          </a:xfrm>
        </p:spPr>
        <p:txBody>
          <a:bodyPr xmlns:a="http://schemas.openxmlformats.org/drawingml/2006/main">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8589F465-7BFF-46B2-9E12-590D82CEF89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8" name="Footer Placeholder 7">
            <a:extLst xmlns:a="http://schemas.openxmlformats.org/drawingml/2006/main">
              <a:ext uri="{FF2B5EF4-FFF2-40B4-BE49-F238E27FC236}">
                <a16:creationId xmlns:a16="http://schemas.microsoft.com/office/drawing/2014/main" id="{61BB0AB1-7AE1-496F-A572-A1ECB16123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1DDC25CF-E353-4E3B-9507-6F0BE9A351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272F8C-2D4B-4BA5-8F55-2438B1A393ED}"/>
              </a:ext>
            </a:extLst>
          </p:cNvPr>
          <p:cNvSpPr>
            <a:spLocks xmlns:a="http://schemas.openxmlformats.org/drawingml/2006/main" noGrp="1"/>
          </p:cNvSpPr>
          <p:nvPr>
            <p:ph type="title" idx="0"/>
          </p:nvPr>
        </p:nvSpPr>
        <p:spPr>
          <a:xfrm xmlns:a="http://schemas.openxmlformats.org/drawingml/2006/main">
            <a:off x="677334" y="609600"/>
            <a:ext cx="8596668" cy="1320800"/>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285917DF-8039-4BA1-953F-3635656A7AC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4" name="Footer Placeholder 3">
            <a:extLst xmlns:a="http://schemas.openxmlformats.org/drawingml/2006/main">
              <a:ext uri="{FF2B5EF4-FFF2-40B4-BE49-F238E27FC236}">
                <a16:creationId xmlns:a16="http://schemas.microsoft.com/office/drawing/2014/main" id="{16F98D64-8900-45C1-A37E-01F6E06D48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072A1A2-D84B-4E8B-84E4-3571D3E413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96DBB957-263A-43C8-8C7C-F8F8B65F92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3" name="Footer Placeholder 2">
            <a:extLst xmlns:a="http://schemas.openxmlformats.org/drawingml/2006/main">
              <a:ext uri="{FF2B5EF4-FFF2-40B4-BE49-F238E27FC236}">
                <a16:creationId xmlns:a16="http://schemas.microsoft.com/office/drawing/2014/main" id="{8862A307-9BB0-45A5-B3CA-DAEC5339720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C2E1F40-0A2C-4993-AF8F-C310D8AA91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49C3B8C-5B1E-437F-984C-6D9FC558274B}"/>
              </a:ext>
            </a:extLst>
          </p:cNvPr>
          <p:cNvSpPr>
            <a:spLocks xmlns:a="http://schemas.openxmlformats.org/drawingml/2006/main" noGrp="1"/>
          </p:cNvSpPr>
          <p:nvPr>
            <p:ph type="title" idx="0"/>
          </p:nvPr>
        </p:nvSpPr>
        <p:spPr>
          <a:xfrm xmlns:a="http://schemas.openxmlformats.org/drawingml/2006/main">
            <a:off x="677334" y="1498604"/>
            <a:ext cx="3854528" cy="1278466"/>
          </a:xfrm>
        </p:spPr>
        <p:txBody>
          <a:bodyPr xmlns:a="http://schemas.openxmlformats.org/drawingml/2006/main" anchor="b">
            <a:normAutofit/>
          </a:bodyPr>
          <a:lstStyle xmlns:a="http://schemas.openxmlformats.org/drawingml/2006/main">
            <a:lvl1pPr>
              <a:buNone/>
              <a:defRPr sz="20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FE1482C-1655-4D2B-B01D-DDBF538FE866}"/>
              </a:ext>
            </a:extLst>
          </p:cNvPr>
          <p:cNvSpPr>
            <a:spLocks xmlns:a="http://schemas.openxmlformats.org/drawingml/2006/main" noGrp="1"/>
          </p:cNvSpPr>
          <p:nvPr>
            <p:ph idx="1"/>
          </p:nvPr>
        </p:nvSpPr>
        <p:spPr>
          <a:xfrm xmlns:a="http://schemas.openxmlformats.org/drawingml/2006/main">
            <a:off x="4760461" y="514924"/>
            <a:ext cx="4513541" cy="5526437"/>
          </a:xfrm>
        </p:spPr>
        <p:txBody>
          <a:bodyPr xmlns:a="http://schemas.openxmlformats.org/drawingml/2006/main">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572B8AFA-996D-48AF-8F34-B736B1C75588}"/>
              </a:ext>
            </a:extLst>
          </p:cNvPr>
          <p:cNvSpPr>
            <a:spLocks xmlns:a="http://schemas.openxmlformats.org/drawingml/2006/main" noGrp="1"/>
          </p:cNvSpPr>
          <p:nvPr>
            <p:ph type="body" idx="2"/>
          </p:nvPr>
        </p:nvSpPr>
        <p:spPr>
          <a:xfrm xmlns:a="http://schemas.openxmlformats.org/drawingml/2006/main">
            <a:off x="677334" y="2777069"/>
            <a:ext cx="3854528" cy="2584449"/>
          </a:xfrm>
        </p:spPr>
        <p:txBody>
          <a:bodyPr xmlns:a="http://schemas.openxmlformats.org/drawingml/2006/main">
            <a:normAutofit/>
          </a:bodyPr>
          <a:lstStyle xmlns:a="http://schemas.openxmlformats.org/drawingml/2006/main">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0A33A6F-34CA-4335-BCE3-6A0E257266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2A54C80-263E-416B-A8E0-580EDEADCBDC}" type="datetimeFigureOut">
              <a:t>9/3/2026</a:t>
            </a:fld>
            <a:endParaRPr/>
          </a:p>
        </p:txBody>
      </p:sp>
      <p:sp>
        <p:nvSpPr>
          <p:cNvPr id="6" name="Footer Placeholder 5">
            <a:extLst xmlns:a="http://schemas.openxmlformats.org/drawingml/2006/main">
              <a:ext uri="{FF2B5EF4-FFF2-40B4-BE49-F238E27FC236}">
                <a16:creationId xmlns:a16="http://schemas.microsoft.com/office/drawing/2014/main" id="{C6BB14CB-E90E-4D34-AE01-5B480843545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06E2C7B-7A61-4607-83CD-6B55E05326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19954A3-9DFD-4C44-94BA-B95130A3BA1C}" type="slidenum">
              <a:t>‹#›</a:t>
            </a:fld>
            <a:endParaRPr/>
          </a:p>
        </p:txBody>
      </p:sp>
    </p:spTree>
  </p:cSld>
  <p:hf hdr="0" ftr="0" dt="0"/>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E2E18FA-74E5-4A25-A99D-5136C2F8B31A}"/>
              </a:ext>
            </a:extLst>
          </p:cNvPr>
          <p:cNvSpPr>
            <a:spLocks xmlns:a="http://schemas.openxmlformats.org/drawingml/2006/main" noGrp="1"/>
          </p:cNvSpPr>
          <p:nvPr>
            <p:ph type="title" idx="0"/>
          </p:nvPr>
        </p:nvSpPr>
        <p:spPr>
          <a:xfrm xmlns:a="http://schemas.openxmlformats.org/drawingml/2006/main">
            <a:off x="677334" y="4800600"/>
            <a:ext cx="8596667" cy="566738"/>
          </a:xfrm>
        </p:spPr>
        <p:txBody>
          <a:bodyPr xmlns:a="http://schemas.openxmlformats.org/drawingml/2006/main" anchor="b">
            <a:normAutofit/>
          </a:bodyPr>
          <a:lstStyle xmlns:a="http://schemas.openxmlformats.org/drawingml/2006/main">
            <a:lvl1pPr algn="l">
              <a:buNone/>
              <a:defRPr sz="2400" b="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250CD4C6-97E1-41F0-BA94-BBA7F390DC80}"/>
              </a:ext>
            </a:extLst>
          </p:cNvPr>
          <p:cNvSpPr>
            <a:spLocks xmlns:a="http://schemas.openxmlformats.org/drawingml/2006/main" noGrp="1"/>
          </p:cNvSpPr>
          <p:nvPr>
            <p:ph type="pic" idx="1"/>
          </p:nvPr>
        </p:nvSpPr>
        <p:spPr>
          <a:xfrm xmlns:a="http://schemas.openxmlformats.org/drawingml/2006/main">
            <a:off x="677334" y="609600"/>
            <a:ext cx="8596668" cy="3845718"/>
          </a:xfrm>
        </p:spPr>
        <p:txBody>
          <a:bodyPr xmlns:a="http://schemas.openxmlformats.org/drawingml/2006/main" anchor="t">
            <a:normAutofit/>
          </a:bodyPr>
          <a:lstStyle xmlns:a="http://schemas.openxmlformats.org/drawingml/2006/main">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0AC6EDE6-4983-4C57-8A20-97DD28B0B038}"/>
              </a:ext>
            </a:extLst>
          </p:cNvPr>
          <p:cNvSpPr>
            <a:spLocks xmlns:a="http://schemas.openxmlformats.org/drawingml/2006/main" noGrp="1"/>
          </p:cNvSpPr>
          <p:nvPr>
            <p:ph type="body" idx="2"/>
          </p:nvPr>
        </p:nvSpPr>
        <p:spPr>
          <a:xfrm xmlns:a="http://schemas.openxmlformats.org/drawingml/2006/main">
            <a:off x="677334" y="5367338"/>
            <a:ext cx="8596667" cy="674024"/>
          </a:xfrm>
        </p:spPr>
        <p:txBody>
          <a:bodyPr xmlns:a="http://schemas.openxmlformats.org/drawingml/2006/main">
            <a:normAutofit/>
          </a:bodyPr>
          <a:lstStyle xmlns:a="http://schemas.openxmlformats.org/drawingml/2006/main">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6" name="Footer Placeholder 5">
            <a:extLst xmlns:a="http://schemas.openxmlformats.org/drawingml/2006/main">
              <a:ext uri="{FF2B5EF4-FFF2-40B4-BE49-F238E27FC236}">
                <a16:creationId xmlns:a16="http://schemas.microsoft.com/office/drawing/2014/main" id="{C59B792B-28B3-4B84-9560-84F7FBDE91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44C0FAB-5714-43D7-AA9F-7AAF44A1C7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
        <p:nvSpPr>
          <p:cNvPr id="5" name="Date Placeholder 4">
            <a:extLst xmlns:a="http://schemas.openxmlformats.org/drawingml/2006/main">
              <a:ext uri="{FF2B5EF4-FFF2-40B4-BE49-F238E27FC236}">
                <a16:creationId xmlns:a16="http://schemas.microsoft.com/office/drawing/2014/main" id="{E4BEA0EB-0EC8-4D5C-94FD-21993E8080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Tree>
  </p:cSld>
  <p:hf hdr="0" ftr="0" dt="0"/>
</p:sldLayout>
</file>

<file path=ppt/slideLayouts/slideLayout10.xml><?xml version="1.0" encoding="utf-8"?>
<p:sldLayout xmlns:p="http://schemas.openxmlformats.org/presentationml/2006/main" preserve="1">
  <p:cSld name="Title and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D503C01-1F13-40A4-84D6-B1A722E33699}"/>
              </a:ext>
            </a:extLst>
          </p:cNvPr>
          <p:cNvSpPr>
            <a:spLocks xmlns:a="http://schemas.openxmlformats.org/drawingml/2006/main" noGrp="1"/>
          </p:cNvSpPr>
          <p:nvPr>
            <p:ph type="title" idx="0"/>
          </p:nvPr>
        </p:nvSpPr>
        <p:spPr>
          <a:xfrm xmlns:a="http://schemas.openxmlformats.org/drawingml/2006/main">
            <a:off x="677335" y="609600"/>
            <a:ext cx="8596668" cy="3403600"/>
          </a:xfrm>
        </p:spPr>
        <p:txBody>
          <a:bodyPr xmlns:a="http://schemas.openxmlformats.org/drawingml/2006/main" anchor="ctr">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E3CD9B62-3115-47EF-8029-2191987F109A}"/>
              </a:ext>
            </a:extLst>
          </p:cNvPr>
          <p:cNvSpPr>
            <a:spLocks xmlns:a="http://schemas.openxmlformats.org/drawingml/2006/main" noGrp="1"/>
          </p:cNvSpPr>
          <p:nvPr>
            <p:ph type="body" idx="1"/>
          </p:nvPr>
        </p:nvSpPr>
        <p:spPr>
          <a:xfrm xmlns:a="http://schemas.openxmlformats.org/drawingml/2006/main">
            <a:off x="677335" y="4470400"/>
            <a:ext cx="8596668" cy="1570962"/>
          </a:xfrm>
        </p:spPr>
        <p:txBody>
          <a:bodyPr xmlns:a="http://schemas.openxmlformats.org/drawingml/2006/main" anchor="ctr">
            <a:normAutofit/>
          </a:bodyPr>
          <a:lstStyle xmlns:a="http://schemas.openxmlformats.org/drawingml/2006/main">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B857769C-5A6C-4E63-9252-F5CD4977F8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DDB84521-883E-4C98-A86C-4C44323316A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D6E32E6-0FA8-41A7-8100-5D94B90516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11.xml><?xml version="1.0" encoding="utf-8"?>
<p:sldLayout xmlns:p="http://schemas.openxmlformats.org/presentationml/2006/main" preserve="1">
  <p:cSld name="Quot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6BBCB5-7786-4F34-B296-914EBC482EF6}"/>
              </a:ext>
            </a:extLst>
          </p:cNvPr>
          <p:cNvSpPr>
            <a:spLocks xmlns:a="http://schemas.openxmlformats.org/drawingml/2006/main" noGrp="1"/>
          </p:cNvSpPr>
          <p:nvPr>
            <p:ph type="title" idx="0"/>
          </p:nvPr>
        </p:nvSpPr>
        <p:spPr>
          <a:xfrm xmlns:a="http://schemas.openxmlformats.org/drawingml/2006/main">
            <a:off x="931334" y="609600"/>
            <a:ext cx="8094134" cy="3022600"/>
          </a:xfrm>
        </p:spPr>
        <p:txBody>
          <a:bodyPr xmlns:a="http://schemas.openxmlformats.org/drawingml/2006/main" anchor="ctr">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23" name="Text Placeholder 9">
            <a:extLst xmlns:a="http://schemas.openxmlformats.org/drawingml/2006/main">
              <a:ext uri="{FF2B5EF4-FFF2-40B4-BE49-F238E27FC236}">
                <a16:creationId xmlns:a16="http://schemas.microsoft.com/office/drawing/2014/main" id="{7E5661BD-BA78-48D4-ACFF-4285E193860E}"/>
              </a:ext>
            </a:extLst>
          </p:cNvPr>
          <p:cNvSpPr>
            <a:spLocks xmlns:a="http://schemas.openxmlformats.org/drawingml/2006/main" noGrp="1"/>
          </p:cNvSpPr>
          <p:nvPr>
            <p:ph type="body" idx="13"/>
          </p:nvPr>
        </p:nvSpPr>
        <p:spPr>
          <a:xfrm xmlns:a="http://schemas.openxmlformats.org/drawingml/2006/main">
            <a:off x="1366139" y="3632200"/>
            <a:ext cx="7224524" cy="381000"/>
          </a:xfrm>
        </p:spPr>
        <p:txBody>
          <a:bodyPr xmlns:a="http://schemas.openxmlformats.org/drawingml/2006/main" anchor="ctr">
            <a:noAutofit/>
          </a:bodyPr>
          <a:lstStyle xmlns:a="http://schemas.openxmlformats.org/drawingml/2006/main">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xmlns:a="http://schemas.openxmlformats.org/drawingml/2006/main">
            <a:pPr lvl="0">
              <a:buNone/>
            </a:pPr>
            <a:r>
              <a:t>Click to edit Master text styles</a:t>
            </a:r>
          </a:p>
        </p:txBody>
      </p:sp>
      <p:sp>
        <p:nvSpPr>
          <p:cNvPr id="3" name="Text Placeholder 2">
            <a:extLst xmlns:a="http://schemas.openxmlformats.org/drawingml/2006/main">
              <a:ext uri="{FF2B5EF4-FFF2-40B4-BE49-F238E27FC236}">
                <a16:creationId xmlns:a16="http://schemas.microsoft.com/office/drawing/2014/main" id="{D4929F8B-4AAE-4F50-ACEE-29C68F4BB21D}"/>
              </a:ext>
            </a:extLst>
          </p:cNvPr>
          <p:cNvSpPr>
            <a:spLocks xmlns:a="http://schemas.openxmlformats.org/drawingml/2006/main" noGrp="1"/>
          </p:cNvSpPr>
          <p:nvPr>
            <p:ph type="body" idx="1"/>
          </p:nvPr>
        </p:nvSpPr>
        <p:spPr>
          <a:xfrm xmlns:a="http://schemas.openxmlformats.org/drawingml/2006/main">
            <a:off x="677335" y="4470400"/>
            <a:ext cx="8596668" cy="1570962"/>
          </a:xfrm>
        </p:spPr>
        <p:txBody>
          <a:bodyPr xmlns:a="http://schemas.openxmlformats.org/drawingml/2006/main" anchor="ctr">
            <a:normAutofit/>
          </a:bodyPr>
          <a:lstStyle xmlns:a="http://schemas.openxmlformats.org/drawingml/2006/main">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54AF942-048B-4774-ACA4-6C229E75FF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F0200C80-1EC9-45FE-B456-5D94606D1B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1A43FA0-AB87-40DE-88EB-5338B39112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
        <p:nvSpPr>
          <p:cNvPr id="24" name="TextBox 23">
            <a:extLst xmlns:a="http://schemas.openxmlformats.org/drawingml/2006/main">
              <a:ext uri="{FF2B5EF4-FFF2-40B4-BE49-F238E27FC236}">
                <a16:creationId xmlns:a16="http://schemas.microsoft.com/office/drawing/2014/main" id="{97A99F0D-2AA2-4C06-89FB-CB36187C3199}"/>
              </a:ext>
            </a:extLst>
          </p:cNvPr>
          <p:cNvSpPr>
            <a:spLocks xmlns:a="http://schemas.openxmlformats.org/drawingml/2006/main" noGrp="1"/>
          </p:cNvSpPr>
          <p:nvPr/>
        </p:nvSpPr>
        <p:spPr>
          <a:xfrm xmlns:a="http://schemas.openxmlformats.org/drawingml/2006/main">
            <a:off x="541870" y="790378"/>
            <a:ext cx="609600" cy="584776"/>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p xmlns:a="http://schemas.openxmlformats.org/drawingml/2006/main">
            <a:pPr lvl="0">
              <a:buNone/>
            </a:pPr>
            <a:r>
              <a:rPr sz="8000">
                <a:ln w="3175" cmpd="sng">
                  <a:noFill/>
                </a:ln>
                <a:solidFill>
                  <a:schemeClr val="accent1">
                    <a:lumMod val="60000"/>
                    <a:lumOff val="40000"/>
                  </a:schemeClr>
                </a:solidFill>
                <a:latin typeface="Arial"/>
                <a:ea typeface="Arial"/>
                <a:cs typeface="Arial"/>
              </a:rPr>
              <a:t>“</a:t>
            </a:r>
          </a:p>
        </p:txBody>
      </p:sp>
      <p:sp>
        <p:nvSpPr>
          <p:cNvPr id="25" name="TextBox 24">
            <a:extLst xmlns:a="http://schemas.openxmlformats.org/drawingml/2006/main">
              <a:ext uri="{FF2B5EF4-FFF2-40B4-BE49-F238E27FC236}">
                <a16:creationId xmlns:a16="http://schemas.microsoft.com/office/drawing/2014/main" id="{05C34372-E57C-4C4A-9AAD-F0CF230E2022}"/>
              </a:ext>
            </a:extLst>
          </p:cNvPr>
          <p:cNvSpPr>
            <a:spLocks xmlns:a="http://schemas.openxmlformats.org/drawingml/2006/main" noGrp="1"/>
          </p:cNvSpPr>
          <p:nvPr/>
        </p:nvSpPr>
        <p:spPr>
          <a:xfrm xmlns:a="http://schemas.openxmlformats.org/drawingml/2006/main">
            <a:off x="8893011" y="2886556"/>
            <a:ext cx="609600" cy="584776"/>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p xmlns:a="http://schemas.openxmlformats.org/drawingml/2006/main">
            <a:pPr lvl="0">
              <a:buNone/>
            </a:pPr>
            <a:r>
              <a:rPr sz="8000">
                <a:ln w="3175" cmpd="sng">
                  <a:noFill/>
                </a:ln>
                <a:solidFill>
                  <a:schemeClr val="accent1">
                    <a:lumMod val="60000"/>
                    <a:lumOff val="40000"/>
                  </a:schemeClr>
                </a:solidFill>
                <a:latin typeface="Arial"/>
                <a:ea typeface="Arial"/>
                <a:cs typeface="Arial"/>
              </a:rPr>
              <a:t>”</a:t>
            </a:r>
          </a:p>
        </p:txBody>
      </p:sp>
    </p:spTree>
  </p:cSld>
  <p:hf hdr="0" ftr="0" dt="0"/>
</p:sldLayout>
</file>

<file path=ppt/slideLayouts/slideLayout12.xml><?xml version="1.0" encoding="utf-8"?>
<p:sldLayout xmlns:p="http://schemas.openxmlformats.org/presentationml/2006/main" preserve="1">
  <p:cSld name="Name Car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CCAA780-C244-45CC-82A5-8E2369B54CBB}"/>
              </a:ext>
            </a:extLst>
          </p:cNvPr>
          <p:cNvSpPr>
            <a:spLocks xmlns:a="http://schemas.openxmlformats.org/drawingml/2006/main" noGrp="1"/>
          </p:cNvSpPr>
          <p:nvPr>
            <p:ph type="title" idx="0"/>
          </p:nvPr>
        </p:nvSpPr>
        <p:spPr>
          <a:xfrm xmlns:a="http://schemas.openxmlformats.org/drawingml/2006/main">
            <a:off x="677335" y="1931988"/>
            <a:ext cx="8596668" cy="2595460"/>
          </a:xfrm>
        </p:spPr>
        <p:txBody>
          <a:bodyPr xmlns:a="http://schemas.openxmlformats.org/drawingml/2006/main" anchor="b">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747A092E-3E10-4FE9-9B55-962C1A59812E}"/>
              </a:ext>
            </a:extLst>
          </p:cNvPr>
          <p:cNvSpPr>
            <a:spLocks xmlns:a="http://schemas.openxmlformats.org/drawingml/2006/main" noGrp="1"/>
          </p:cNvSpPr>
          <p:nvPr>
            <p:ph type="body" idx="1"/>
          </p:nvPr>
        </p:nvSpPr>
        <p:spPr>
          <a:xfrm xmlns:a="http://schemas.openxmlformats.org/drawingml/2006/main">
            <a:off x="677335" y="4527448"/>
            <a:ext cx="8596668" cy="1513914"/>
          </a:xfrm>
        </p:spPr>
        <p:txBody>
          <a:bodyPr xmlns:a="http://schemas.openxmlformats.org/drawingml/2006/main" anchor="t">
            <a:normAutofit/>
          </a:bodyPr>
          <a:lstStyle xmlns:a="http://schemas.openxmlformats.org/drawingml/2006/main">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974397-450A-49F2-B641-E1B08D7B065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22C96974-299E-46A9-B02C-A411BF000A0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F0F697C-CBDA-40C2-B972-54244ABE3CC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13.xml><?xml version="1.0" encoding="utf-8"?>
<p:sldLayout xmlns:p="http://schemas.openxmlformats.org/presentationml/2006/main" preserve="1">
  <p:cSld name="Quote Name Car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65FABD2-8B36-4338-BBDA-754E5B7F6343}"/>
              </a:ext>
            </a:extLst>
          </p:cNvPr>
          <p:cNvSpPr>
            <a:spLocks xmlns:a="http://schemas.openxmlformats.org/drawingml/2006/main" noGrp="1"/>
          </p:cNvSpPr>
          <p:nvPr>
            <p:ph type="title" idx="0"/>
          </p:nvPr>
        </p:nvSpPr>
        <p:spPr>
          <a:xfrm xmlns:a="http://schemas.openxmlformats.org/drawingml/2006/main">
            <a:off x="931334" y="609600"/>
            <a:ext cx="8094134" cy="3022600"/>
          </a:xfrm>
        </p:spPr>
        <p:txBody>
          <a:bodyPr xmlns:a="http://schemas.openxmlformats.org/drawingml/2006/main" anchor="ctr">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23" name="Text Placeholder 9">
            <a:extLst xmlns:a="http://schemas.openxmlformats.org/drawingml/2006/main">
              <a:ext uri="{FF2B5EF4-FFF2-40B4-BE49-F238E27FC236}">
                <a16:creationId xmlns:a16="http://schemas.microsoft.com/office/drawing/2014/main" id="{48A59D8D-116A-42B0-AC1D-118BEAA34C5C}"/>
              </a:ext>
            </a:extLst>
          </p:cNvPr>
          <p:cNvSpPr>
            <a:spLocks xmlns:a="http://schemas.openxmlformats.org/drawingml/2006/main" noGrp="1"/>
          </p:cNvSpPr>
          <p:nvPr>
            <p:ph type="body" idx="13"/>
          </p:nvPr>
        </p:nvSpPr>
        <p:spPr>
          <a:xfrm xmlns:a="http://schemas.openxmlformats.org/drawingml/2006/main">
            <a:off x="677332" y="4013200"/>
            <a:ext cx="8596669" cy="514248"/>
          </a:xfrm>
        </p:spPr>
        <p:txBody>
          <a:bodyPr xmlns:a="http://schemas.openxmlformats.org/drawingml/2006/main" anchor="b">
            <a:noAutofit/>
          </a:bodyPr>
          <a:lstStyle xmlns:a="http://schemas.openxmlformats.org/drawingml/2006/main">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xmlns:a="http://schemas.openxmlformats.org/drawingml/2006/main">
            <a:pPr lvl="0">
              <a:buNone/>
            </a:pPr>
            <a:r>
              <a:t>Click to edit Master text styles</a:t>
            </a:r>
          </a:p>
        </p:txBody>
      </p:sp>
      <p:sp>
        <p:nvSpPr>
          <p:cNvPr id="3" name="Text Placeholder 2">
            <a:extLst xmlns:a="http://schemas.openxmlformats.org/drawingml/2006/main">
              <a:ext uri="{FF2B5EF4-FFF2-40B4-BE49-F238E27FC236}">
                <a16:creationId xmlns:a16="http://schemas.microsoft.com/office/drawing/2014/main" id="{04724C32-9FFB-403C-BE23-2C9571DB808E}"/>
              </a:ext>
            </a:extLst>
          </p:cNvPr>
          <p:cNvSpPr>
            <a:spLocks xmlns:a="http://schemas.openxmlformats.org/drawingml/2006/main" noGrp="1"/>
          </p:cNvSpPr>
          <p:nvPr>
            <p:ph type="body" idx="1"/>
          </p:nvPr>
        </p:nvSpPr>
        <p:spPr>
          <a:xfrm xmlns:a="http://schemas.openxmlformats.org/drawingml/2006/main">
            <a:off x="677335" y="4527448"/>
            <a:ext cx="8596668" cy="1513914"/>
          </a:xfrm>
        </p:spPr>
        <p:txBody>
          <a:bodyPr xmlns:a="http://schemas.openxmlformats.org/drawingml/2006/main" anchor="t">
            <a:normAutofit/>
          </a:bodyPr>
          <a:lstStyle xmlns:a="http://schemas.openxmlformats.org/drawingml/2006/main">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55D837D7-8572-47EB-9102-253321072C4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C526A6B4-DDF9-487D-A834-27EEA0FFBC9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8EEA13F-BA21-43EF-BA46-B30D2B00EA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
        <p:nvSpPr>
          <p:cNvPr id="24" name="TextBox 23">
            <a:extLst xmlns:a="http://schemas.openxmlformats.org/drawingml/2006/main">
              <a:ext uri="{FF2B5EF4-FFF2-40B4-BE49-F238E27FC236}">
                <a16:creationId xmlns:a16="http://schemas.microsoft.com/office/drawing/2014/main" id="{A1B3C795-E370-423F-87EA-433BB58117F2}"/>
              </a:ext>
            </a:extLst>
          </p:cNvPr>
          <p:cNvSpPr>
            <a:spLocks xmlns:a="http://schemas.openxmlformats.org/drawingml/2006/main" noGrp="1"/>
          </p:cNvSpPr>
          <p:nvPr/>
        </p:nvSpPr>
        <p:spPr>
          <a:xfrm xmlns:a="http://schemas.openxmlformats.org/drawingml/2006/main">
            <a:off x="541870" y="790378"/>
            <a:ext cx="609600" cy="584776"/>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p xmlns:a="http://schemas.openxmlformats.org/drawingml/2006/main">
            <a:pPr lvl="0">
              <a:buNone/>
            </a:pPr>
            <a:r>
              <a:rPr sz="8000">
                <a:ln w="3175" cmpd="sng">
                  <a:noFill/>
                </a:ln>
                <a:solidFill>
                  <a:schemeClr val="accent1">
                    <a:lumMod val="60000"/>
                    <a:lumOff val="40000"/>
                  </a:schemeClr>
                </a:solidFill>
                <a:latin typeface="Arial"/>
                <a:ea typeface="Arial"/>
                <a:cs typeface="Arial"/>
              </a:rPr>
              <a:t>“</a:t>
            </a:r>
          </a:p>
        </p:txBody>
      </p:sp>
      <p:sp>
        <p:nvSpPr>
          <p:cNvPr id="25" name="TextBox 24">
            <a:extLst xmlns:a="http://schemas.openxmlformats.org/drawingml/2006/main">
              <a:ext uri="{FF2B5EF4-FFF2-40B4-BE49-F238E27FC236}">
                <a16:creationId xmlns:a16="http://schemas.microsoft.com/office/drawing/2014/main" id="{CED9C667-BB6E-4BDB-A322-478AEB02AB49}"/>
              </a:ext>
            </a:extLst>
          </p:cNvPr>
          <p:cNvSpPr>
            <a:spLocks xmlns:a="http://schemas.openxmlformats.org/drawingml/2006/main" noGrp="1"/>
          </p:cNvSpPr>
          <p:nvPr/>
        </p:nvSpPr>
        <p:spPr>
          <a:xfrm xmlns:a="http://schemas.openxmlformats.org/drawingml/2006/main">
            <a:off x="8893011" y="2886556"/>
            <a:ext cx="609600" cy="584776"/>
          </a:xfrm>
          <a:prstGeom xmlns:a="http://schemas.openxmlformats.org/drawingml/2006/main" prst="rect">
            <a:avLst/>
          </a:prstGeom>
        </p:spPr>
        <p:txBody>
          <a:bodyPr xmlns:a="http://schemas.openxmlformats.org/drawingml/2006/main" vert="horz" lIns="91440" tIns="45720" rIns="91440" bIns="45720" anchor="ctr">
            <a:noAutofit/>
          </a:bodyPr>
          <a:lstStyle xmlns:a="http://schemas.openxmlformats.org/drawingml/2006/main"/>
          <a:p xmlns:a="http://schemas.openxmlformats.org/drawingml/2006/main">
            <a:pPr lvl="0">
              <a:buNone/>
            </a:pPr>
            <a:r>
              <a:rPr sz="8000">
                <a:ln w="3175" cmpd="sng">
                  <a:noFill/>
                </a:ln>
                <a:solidFill>
                  <a:schemeClr val="accent1">
                    <a:lumMod val="60000"/>
                    <a:lumOff val="40000"/>
                  </a:schemeClr>
                </a:solidFill>
                <a:latin typeface="Arial"/>
                <a:ea typeface="Arial"/>
                <a:cs typeface="Arial"/>
              </a:rPr>
              <a:t>”</a:t>
            </a:r>
          </a:p>
        </p:txBody>
      </p:sp>
    </p:spTree>
  </p:cSld>
  <p:hf hdr="0" ftr="0" dt="0"/>
</p:sldLayout>
</file>

<file path=ppt/slideLayouts/slideLayout14.xml><?xml version="1.0" encoding="utf-8"?>
<p:sldLayout xmlns:p="http://schemas.openxmlformats.org/presentationml/2006/main" preserve="1">
  <p:cSld name="True or Fals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BDC42BE-8A69-4A8D-8BCD-0E85FBBDF219}"/>
              </a:ext>
            </a:extLst>
          </p:cNvPr>
          <p:cNvSpPr>
            <a:spLocks xmlns:a="http://schemas.openxmlformats.org/drawingml/2006/main" noGrp="1"/>
          </p:cNvSpPr>
          <p:nvPr>
            <p:ph type="title" idx="0"/>
          </p:nvPr>
        </p:nvSpPr>
        <p:spPr>
          <a:xfrm xmlns:a="http://schemas.openxmlformats.org/drawingml/2006/main">
            <a:off x="685799" y="609600"/>
            <a:ext cx="8588203" cy="3022600"/>
          </a:xfrm>
        </p:spPr>
        <p:txBody>
          <a:bodyPr xmlns:a="http://schemas.openxmlformats.org/drawingml/2006/main" anchor="ctr">
            <a:normAutofit/>
          </a:bodyPr>
          <a:lstStyle xmlns:a="http://schemas.openxmlformats.org/drawingml/2006/main">
            <a:lvl1pPr algn="l">
              <a:buNone/>
              <a:defRPr sz="4400" b="0" cap="none"/>
            </a:lvl1pPr>
          </a:lstStyle>
          <a:p xmlns:a="http://schemas.openxmlformats.org/drawingml/2006/main">
            <a:r>
              <a:t>Click to edit Master title style</a:t>
            </a:r>
            <a:endParaRPr/>
          </a:p>
        </p:txBody>
      </p:sp>
      <p:sp>
        <p:nvSpPr>
          <p:cNvPr id="23" name="Text Placeholder 9">
            <a:extLst xmlns:a="http://schemas.openxmlformats.org/drawingml/2006/main">
              <a:ext uri="{FF2B5EF4-FFF2-40B4-BE49-F238E27FC236}">
                <a16:creationId xmlns:a16="http://schemas.microsoft.com/office/drawing/2014/main" id="{A9ACE4B0-92E9-463A-8C45-9FB65305ABBC}"/>
              </a:ext>
            </a:extLst>
          </p:cNvPr>
          <p:cNvSpPr>
            <a:spLocks xmlns:a="http://schemas.openxmlformats.org/drawingml/2006/main" noGrp="1"/>
          </p:cNvSpPr>
          <p:nvPr>
            <p:ph type="body" idx="13"/>
          </p:nvPr>
        </p:nvSpPr>
        <p:spPr>
          <a:xfrm xmlns:a="http://schemas.openxmlformats.org/drawingml/2006/main">
            <a:off x="677332" y="4013200"/>
            <a:ext cx="8596669" cy="514248"/>
          </a:xfrm>
        </p:spPr>
        <p:txBody>
          <a:bodyPr xmlns:a="http://schemas.openxmlformats.org/drawingml/2006/main" anchor="b">
            <a:noAutofit/>
          </a:bodyPr>
          <a:lstStyle xmlns:a="http://schemas.openxmlformats.org/drawingml/2006/main">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xmlns:a="http://schemas.openxmlformats.org/drawingml/2006/main">
            <a:pPr lvl="0">
              <a:buNone/>
            </a:pPr>
            <a:r>
              <a:t>Click to edit Master text styles</a:t>
            </a:r>
          </a:p>
        </p:txBody>
      </p:sp>
      <p:sp>
        <p:nvSpPr>
          <p:cNvPr id="3" name="Text Placeholder 2">
            <a:extLst xmlns:a="http://schemas.openxmlformats.org/drawingml/2006/main">
              <a:ext uri="{FF2B5EF4-FFF2-40B4-BE49-F238E27FC236}">
                <a16:creationId xmlns:a16="http://schemas.microsoft.com/office/drawing/2014/main" id="{7862716B-75F4-48C5-8FB0-3C6A1DC34B7C}"/>
              </a:ext>
            </a:extLst>
          </p:cNvPr>
          <p:cNvSpPr>
            <a:spLocks xmlns:a="http://schemas.openxmlformats.org/drawingml/2006/main" noGrp="1"/>
          </p:cNvSpPr>
          <p:nvPr>
            <p:ph type="body" idx="1"/>
          </p:nvPr>
        </p:nvSpPr>
        <p:spPr>
          <a:xfrm xmlns:a="http://schemas.openxmlformats.org/drawingml/2006/main">
            <a:off x="677335" y="4527448"/>
            <a:ext cx="8596668" cy="1513914"/>
          </a:xfrm>
        </p:spPr>
        <p:txBody>
          <a:bodyPr xmlns:a="http://schemas.openxmlformats.org/drawingml/2006/main" anchor="t">
            <a:normAutofit/>
          </a:bodyPr>
          <a:lstStyle xmlns:a="http://schemas.openxmlformats.org/drawingml/2006/main">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D605DE59-2393-4710-BFC6-BC6F35BE859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F26E5638-9DDA-4185-B847-F3AC071D6E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77D3C4E-223C-417D-AEAF-31BE819092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15.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6D9091-DF29-41FF-B7BB-BB57EFF90B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FD24ECE8-FA44-4A73-A818-AE0A15030D7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2CC0522-4F51-46AA-8685-282BBDC102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5C6B4A9-1611-4792-9094-5F34BCA07E0B}"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8C0D423D-0FEC-41D2-8114-92A19F15CF9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F5E6133-86AA-4110-A018-FC86C03CF7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89333C77-0158-454C-844F-B7AB9BD7DAD4}" type="slidenum">
              <a:t>‹#›</a:t>
            </a:fld>
            <a:endParaRPr/>
          </a:p>
        </p:txBody>
      </p:sp>
    </p:spTree>
  </p:cSld>
  <p:hf hdr="0" ftr="0" dt="0"/>
</p:sldLayout>
</file>

<file path=ppt/slideLayouts/slideLayout16.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4DA606F-AFD8-4A17-944F-984BEC40126E}"/>
              </a:ext>
            </a:extLst>
          </p:cNvPr>
          <p:cNvSpPr>
            <a:spLocks xmlns:a="http://schemas.openxmlformats.org/drawingml/2006/main" noGrp="1"/>
          </p:cNvSpPr>
          <p:nvPr>
            <p:ph type="title" idx="0"/>
          </p:nvPr>
        </p:nvSpPr>
        <p:spPr>
          <a:xfrm xmlns:a="http://schemas.openxmlformats.org/drawingml/2006/main">
            <a:off x="7967673" y="609599"/>
            <a:ext cx="1304743" cy="5251451"/>
          </a:xfrm>
        </p:spPr>
        <p:txBody>
          <a:bodyPr xmlns:a="http://schemas.openxmlformats.org/drawingml/2006/main" vert="eaVert" anchor="ctr"/>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D972715-B81F-41A0-88C5-F3AB4FE77F72}"/>
              </a:ext>
            </a:extLst>
          </p:cNvPr>
          <p:cNvSpPr>
            <a:spLocks xmlns:a="http://schemas.openxmlformats.org/drawingml/2006/main" noGrp="1"/>
          </p:cNvSpPr>
          <p:nvPr>
            <p:ph type="body" idx="1"/>
          </p:nvPr>
        </p:nvSpPr>
        <p:spPr>
          <a:xfrm xmlns:a="http://schemas.openxmlformats.org/drawingml/2006/main">
            <a:off x="677335" y="609600"/>
            <a:ext cx="7060150" cy="5251450"/>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D51FCAC-8782-4D4F-A23D-194C9351B2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85630841-AABB-416D-8D4A-F0F830DEB0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0CC528C-DCED-40EB-9BFF-A2DD741C7F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D57F1E4F-1CFF-5643-939E-217C01CDF565}" type="slidenum">
              <a:t>‹#›</a:t>
            </a:fld>
            <a:endParaRPr/>
          </a:p>
        </p:txBody>
      </p:sp>
    </p:spTree>
  </p:cSld>
  <p:hf hdr="0" ftr="0" dt="0"/>
</p:sldLayout>
</file>

<file path=ppt/slideLayouts/slideLayout17.xml><?xml version="1.0" encoding="utf-8"?>
<p:sldLayout xmlns:p="http://schemas.openxmlformats.org/presentationml/2006/main" userDrawn="1">
  <p:cSld name="Quote">
    <p:spTree>
      <p:nvGrpSpPr>
        <p:cNvPr id="1" name=""/>
        <p:cNvGrpSpPr/>
        <p:nvPr/>
      </p:nvGrpSpPr>
      <p:grpSpPr>
        <a:xfrm xmlns:a="http://schemas.openxmlformats.org/drawingml/2006/main"/>
      </p:grpSpPr>
      <p:sp>
        <p:nvSpPr>
          <p:cNvPr id="11" name="Text Placeholder 10">
            <a:extLst xmlns:a="http://schemas.openxmlformats.org/drawingml/2006/main">
              <a:ext uri="{FF2B5EF4-FFF2-40B4-BE49-F238E27FC236}">
                <a16:creationId xmlns:a16="http://schemas.microsoft.com/office/drawing/2014/main" id="{6FDA3C6F-5F6A-4D64-8BFE-AFFF58B1A047}"/>
              </a:ext>
            </a:extLst>
          </p:cNvPr>
          <p:cNvSpPr>
            <a:spLocks xmlns:a="http://schemas.openxmlformats.org/drawingml/2006/main" noGrp="1"/>
          </p:cNvSpPr>
          <p:nvPr>
            <p:ph type="body" idx="11"/>
          </p:nvPr>
        </p:nvSpPr>
        <p:spPr>
          <a:xfrm xmlns:a="http://schemas.openxmlformats.org/drawingml/2006/main">
            <a:off x="6312871" y="4141999"/>
            <a:ext cx="4220845" cy="861497"/>
          </a:xfrm>
          <a:prstGeom xmlns:a="http://schemas.openxmlformats.org/drawingml/2006/main" prst="rect">
            <a:avLst/>
          </a:prstGeom>
        </p:spPr>
        <p:txBody>
          <a:bodyPr xmlns:a="http://schemas.openxmlformats.org/drawingml/2006/main"/>
          <a:lstStyle xmlns:a="http://schemas.openxmlformats.org/drawingml/2006/main">
            <a:lvl1pPr marL="0" indent="0">
              <a:buNone/>
              <a:defRPr sz="2000" b="1">
                <a:solidFill>
                  <a:schemeClr val="accent4"/>
                </a:solidFill>
                <a:latin typeface="+mj-lt"/>
                <a:ea typeface="+mj-lt"/>
                <a:cs typeface="+mj-lt"/>
              </a:defRPr>
            </a:lvl1pPr>
            <a:lvl2pPr>
              <a:buNone/>
              <a:defRPr sz="2000"/>
            </a:lvl2pPr>
          </a:lstStyle>
          <a:p xmlns:a="http://schemas.openxmlformats.org/drawingml/2006/main">
            <a:pPr lvl="0">
              <a:buNone/>
            </a:pPr>
            <a:r>
              <a:t>Click to edit Master text styles</a:t>
            </a:r>
          </a:p>
          <a:p xmlns:a="http://schemas.openxmlformats.org/drawingml/2006/main">
            <a:pPr lvl="1">
              <a:buNone/>
            </a:pPr>
            <a:r>
              <a:t>Second level</a:t>
            </a:r>
          </a:p>
        </p:txBody>
      </p:sp>
      <p:sp>
        <p:nvSpPr>
          <p:cNvPr id="15" name="Hexagon 14">
            <a:extLst xmlns:a="http://schemas.openxmlformats.org/drawingml/2006/main">
              <a:ext uri="{FF2B5EF4-FFF2-40B4-BE49-F238E27FC236}">
                <a16:creationId xmlns:a16="http://schemas.microsoft.com/office/drawing/2014/main" id="{AC159667-7690-4645-986D-BE501438455F}"/>
              </a:ext>
            </a:extLst>
          </p:cNvPr>
          <p:cNvSpPr>
            <a:spLocks xmlns:a="http://schemas.openxmlformats.org/drawingml/2006/main" noGrp="1"/>
          </p:cNvSpPr>
          <p:nvPr/>
        </p:nvSpPr>
        <p:spPr>
          <a:xfrm xmlns:a="http://schemas.openxmlformats.org/drawingml/2006/main">
            <a:off x="740309" y="1382809"/>
            <a:ext cx="1229566" cy="1059971"/>
          </a:xfrm>
          <a:prstGeom xmlns:a="http://schemas.openxmlformats.org/drawingml/2006/main" prst="hexagon">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Hexagon 15">
            <a:extLst xmlns:a="http://schemas.openxmlformats.org/drawingml/2006/main">
              <a:ext uri="{FF2B5EF4-FFF2-40B4-BE49-F238E27FC236}">
                <a16:creationId xmlns:a16="http://schemas.microsoft.com/office/drawing/2014/main" id="{54667EE4-E77F-453B-BF8B-B1EE2AE80715}"/>
              </a:ext>
            </a:extLst>
          </p:cNvPr>
          <p:cNvSpPr>
            <a:spLocks xmlns:a="http://schemas.openxmlformats.org/drawingml/2006/main" noGrp="1"/>
          </p:cNvSpPr>
          <p:nvPr/>
        </p:nvSpPr>
        <p:spPr>
          <a:xfrm xmlns:a="http://schemas.openxmlformats.org/drawingml/2006/main">
            <a:off x="3755031" y="1194620"/>
            <a:ext cx="1666162" cy="1436347"/>
          </a:xfrm>
          <a:prstGeom xmlns:a="http://schemas.openxmlformats.org/drawingml/2006/main" prst="hexagon">
            <a:avLst/>
          </a:prstGeom>
          <a:solidFill xmlns:a="http://schemas.openxmlformats.org/drawingml/2006/main">
            <a:schemeClr val="accent3"/>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Hexagon 16">
            <a:extLst xmlns:a="http://schemas.openxmlformats.org/drawingml/2006/main">
              <a:ext uri="{FF2B5EF4-FFF2-40B4-BE49-F238E27FC236}">
                <a16:creationId xmlns:a16="http://schemas.microsoft.com/office/drawing/2014/main" id="{FC050232-A229-425F-BFC8-D50374F2D171}"/>
              </a:ext>
            </a:extLst>
          </p:cNvPr>
          <p:cNvSpPr>
            <a:spLocks xmlns:a="http://schemas.openxmlformats.org/drawingml/2006/main" noGrp="1"/>
          </p:cNvSpPr>
          <p:nvPr/>
        </p:nvSpPr>
        <p:spPr>
          <a:xfrm xmlns:a="http://schemas.openxmlformats.org/drawingml/2006/main">
            <a:off x="3804994" y="5233183"/>
            <a:ext cx="718261" cy="619191"/>
          </a:xfrm>
          <a:prstGeom xmlns:a="http://schemas.openxmlformats.org/drawingml/2006/main" prst="hexagon">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Hexagon 17">
            <a:extLst xmlns:a="http://schemas.openxmlformats.org/drawingml/2006/main">
              <a:ext uri="{FF2B5EF4-FFF2-40B4-BE49-F238E27FC236}">
                <a16:creationId xmlns:a16="http://schemas.microsoft.com/office/drawing/2014/main" id="{53E4EBC7-340A-43A5-9E23-4B73A6F700B6}"/>
              </a:ext>
            </a:extLst>
          </p:cNvPr>
          <p:cNvSpPr>
            <a:spLocks xmlns:a="http://schemas.openxmlformats.org/drawingml/2006/main" noGrp="1"/>
          </p:cNvSpPr>
          <p:nvPr/>
        </p:nvSpPr>
        <p:spPr>
          <a:xfrm xmlns:a="http://schemas.openxmlformats.org/drawingml/2006/main">
            <a:off x="1837838" y="1101306"/>
            <a:ext cx="651613" cy="561736"/>
          </a:xfrm>
          <a:prstGeom xmlns:a="http://schemas.openxmlformats.org/drawingml/2006/main" prst="hexagon">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Picture Placeholder 18">
            <a:extLst xmlns:a="http://schemas.openxmlformats.org/drawingml/2006/main">
              <a:ext uri="{FF2B5EF4-FFF2-40B4-BE49-F238E27FC236}">
                <a16:creationId xmlns:a16="http://schemas.microsoft.com/office/drawing/2014/main" id="{1ED0E31A-F0A3-481D-8D9C-E3C4531FD21D}"/>
              </a:ext>
            </a:extLst>
          </p:cNvPr>
          <p:cNvSpPr>
            <a:spLocks xmlns:a="http://schemas.openxmlformats.org/drawingml/2006/main" noGrp="1"/>
          </p:cNvSpPr>
          <p:nvPr>
            <p:ph type="pic" idx="12"/>
          </p:nvPr>
        </p:nvSpPr>
        <p:spPr>
          <a:xfrm xmlns:a="http://schemas.openxmlformats.org/drawingml/2006/main">
            <a:off x="1571515" y="1914044"/>
            <a:ext cx="3993624" cy="3617848"/>
          </a:xfrm>
          <a:custGeom xmlns:a="http://schemas.openxmlformats.org/drawingml/2006/main">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2" name="Title 1">
            <a:extLst xmlns:a="http://schemas.openxmlformats.org/drawingml/2006/main">
              <a:ext uri="{FF2B5EF4-FFF2-40B4-BE49-F238E27FC236}">
                <a16:creationId xmlns:a16="http://schemas.microsoft.com/office/drawing/2014/main" id="{03E68100-C56F-4515-A4FD-3F301797E78F}"/>
              </a:ext>
            </a:extLst>
          </p:cNvPr>
          <p:cNvSpPr>
            <a:spLocks xmlns:a="http://schemas.openxmlformats.org/drawingml/2006/main" noGrp="1"/>
          </p:cNvSpPr>
          <p:nvPr>
            <p:ph type="title" idx="0"/>
          </p:nvPr>
        </p:nvSpPr>
        <p:spPr>
          <a:xfrm xmlns:a="http://schemas.openxmlformats.org/drawingml/2006/main">
            <a:off x="6312871" y="2050552"/>
            <a:ext cx="4998720" cy="1748983"/>
          </a:xfrm>
          <a:prstGeom xmlns:a="http://schemas.openxmlformats.org/drawingml/2006/main" prst="rect">
            <a:avLst/>
          </a:prstGeom>
        </p:spPr>
        <p:txBody>
          <a:bodyPr xmlns:a="http://schemas.openxmlformats.org/drawingml/2006/main"/>
          <a:lstStyle xmlns:a="http://schemas.openxmlformats.org/drawingml/2006/main">
            <a:lvl1pPr>
              <a:buNone/>
              <a:defRPr sz="2800">
                <a:solidFill>
                  <a:schemeClr val="tx1"/>
                </a:solidFill>
                <a:latin typeface="+mn-lt"/>
                <a:ea typeface="+mn-lt"/>
                <a:cs typeface="+mn-lt"/>
              </a:defRPr>
            </a:lvl1pPr>
          </a:lstStyle>
          <a:p xmlns:a="http://schemas.openxmlformats.org/drawingml/2006/main">
            <a:r>
              <a:t>Click to edit Master title style</a:t>
            </a:r>
          </a:p>
        </p:txBody>
      </p:sp>
    </p:spTree>
  </p:cSld>
</p:sldLayout>
</file>

<file path=ppt/slideLayouts/slideLayout18.xml><?xml version="1.0" encoding="utf-8"?>
<p:sldLayout xmlns:p="http://schemas.openxmlformats.org/presentationml/2006/main" userDrawn="1">
  <p:cSld name="Introduction">
    <p:spTree>
      <p:nvGrpSpPr>
        <p:cNvPr id="1" name=""/>
        <p:cNvGrpSpPr/>
        <p:nvPr/>
      </p:nvGrpSpPr>
      <p:grpSpPr>
        <a:xfrm xmlns:a="http://schemas.openxmlformats.org/drawingml/2006/main"/>
      </p:grpSpPr>
      <p:sp>
        <p:nvSpPr>
          <p:cNvPr id="10" name="Oval 9">
            <a:extLst xmlns:a="http://schemas.openxmlformats.org/drawingml/2006/main">
              <a:ext uri="{FF2B5EF4-FFF2-40B4-BE49-F238E27FC236}">
                <a16:creationId xmlns:a16="http://schemas.microsoft.com/office/drawing/2014/main" id="{24FAA9D0-7C9C-4043-9931-A15819ABB9B5}"/>
              </a:ext>
            </a:extLst>
          </p:cNvPr>
          <p:cNvSpPr>
            <a:spLocks xmlns:a="http://schemas.openxmlformats.org/drawingml/2006/main" noGrp="1"/>
          </p:cNvSpPr>
          <p:nvPr/>
        </p:nvSpPr>
        <p:spPr>
          <a:xfrm xmlns:a="http://schemas.openxmlformats.org/drawingml/2006/main">
            <a:off x="7362825" y="443263"/>
            <a:ext cx="361950" cy="361950"/>
          </a:xfrm>
          <a:prstGeom xmlns:a="http://schemas.openxmlformats.org/drawingml/2006/main" prst="ellipse">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endParaRPr>
          </a:p>
        </p:txBody>
      </p:sp>
      <p:sp>
        <p:nvSpPr>
          <p:cNvPr id="14" name="Oval 13">
            <a:extLst xmlns:a="http://schemas.openxmlformats.org/drawingml/2006/main">
              <a:ext uri="{FF2B5EF4-FFF2-40B4-BE49-F238E27FC236}">
                <a16:creationId xmlns:a16="http://schemas.microsoft.com/office/drawing/2014/main" id="{E232AB2D-843E-4B5F-8793-6A263DA356BB}"/>
              </a:ext>
            </a:extLst>
          </p:cNvPr>
          <p:cNvSpPr>
            <a:spLocks xmlns:a="http://schemas.openxmlformats.org/drawingml/2006/main" noGrp="1"/>
          </p:cNvSpPr>
          <p:nvPr/>
        </p:nvSpPr>
        <p:spPr>
          <a:xfrm xmlns:a="http://schemas.openxmlformats.org/drawingml/2006/main">
            <a:off x="11007246" y="5605994"/>
            <a:ext cx="654227" cy="654227"/>
          </a:xfrm>
          <a:prstGeom xmlns:a="http://schemas.openxmlformats.org/drawingml/2006/main" prst="ellipse">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endParaRPr>
          </a:p>
        </p:txBody>
      </p:sp>
      <p:sp>
        <p:nvSpPr>
          <p:cNvPr id="16" name="Oval 15">
            <a:extLst xmlns:a="http://schemas.openxmlformats.org/drawingml/2006/main">
              <a:ext uri="{FF2B5EF4-FFF2-40B4-BE49-F238E27FC236}">
                <a16:creationId xmlns:a16="http://schemas.microsoft.com/office/drawing/2014/main" id="{FA75A12B-C399-4072-BD69-D872D2C2AD1F}"/>
              </a:ext>
            </a:extLst>
          </p:cNvPr>
          <p:cNvSpPr>
            <a:spLocks xmlns:a="http://schemas.openxmlformats.org/drawingml/2006/main" noGrp="1"/>
          </p:cNvSpPr>
          <p:nvPr/>
        </p:nvSpPr>
        <p:spPr>
          <a:xfrm xmlns:a="http://schemas.openxmlformats.org/drawingml/2006/main">
            <a:off x="10683791" y="6132439"/>
            <a:ext cx="251152" cy="251152"/>
          </a:xfrm>
          <a:prstGeom xmlns:a="http://schemas.openxmlformats.org/drawingml/2006/main" prst="ellipse">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solidFill>
                <a:schemeClr val="accent5"/>
              </a:solidFill>
            </a:endParaRPr>
          </a:p>
        </p:txBody>
      </p:sp>
      <p:sp>
        <p:nvSpPr>
          <p:cNvPr id="23" name="Picture Placeholder 22">
            <a:extLst xmlns:a="http://schemas.openxmlformats.org/drawingml/2006/main">
              <a:ext uri="{FF2B5EF4-FFF2-40B4-BE49-F238E27FC236}">
                <a16:creationId xmlns:a16="http://schemas.microsoft.com/office/drawing/2014/main" id="{423AE48B-50E9-4BEA-B66A-B2D2B9CCFE9C}"/>
              </a:ext>
            </a:extLst>
          </p:cNvPr>
          <p:cNvSpPr>
            <a:spLocks xmlns:a="http://schemas.openxmlformats.org/drawingml/2006/main" noGrp="1"/>
          </p:cNvSpPr>
          <p:nvPr>
            <p:ph type="pic" idx="10"/>
          </p:nvPr>
        </p:nvSpPr>
        <p:spPr>
          <a:xfrm xmlns:a="http://schemas.openxmlformats.org/drawingml/2006/main">
            <a:off x="5733416" y="624239"/>
            <a:ext cx="5855754" cy="5631571"/>
          </a:xfrm>
          <a:custGeom xmlns:a="http://schemas.openxmlformats.org/drawingml/2006/main">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27" name="Text Placeholder 26">
            <a:extLst xmlns:a="http://schemas.openxmlformats.org/drawingml/2006/main">
              <a:ext uri="{FF2B5EF4-FFF2-40B4-BE49-F238E27FC236}">
                <a16:creationId xmlns:a16="http://schemas.microsoft.com/office/drawing/2014/main" id="{282D3E62-6D1A-4E9D-BE54-2EED9BF429A4}"/>
              </a:ext>
            </a:extLst>
          </p:cNvPr>
          <p:cNvSpPr>
            <a:spLocks xmlns:a="http://schemas.openxmlformats.org/drawingml/2006/main" noGrp="1"/>
          </p:cNvSpPr>
          <p:nvPr>
            <p:ph type="body" idx="12"/>
          </p:nvPr>
        </p:nvSpPr>
        <p:spPr>
          <a:xfrm xmlns:a="http://schemas.openxmlformats.org/drawingml/2006/main">
            <a:off x="660400" y="2044700"/>
            <a:ext cx="4275138" cy="3560763"/>
          </a:xfrm>
          <a:prstGeom xmlns:a="http://schemas.openxmlformats.org/drawingml/2006/main" prst="rect">
            <a:avLst/>
          </a:prstGeom>
        </p:spPr>
        <p:txBody>
          <a:bodyPr xmlns:a="http://schemas.openxmlformats.org/drawingml/2006/main"/>
          <a:lstStyle xmlns:a="http://schemas.openxmlformats.org/drawingml/2006/main">
            <a:lvl1pPr>
              <a:lnSpc>
                <a:spcPct val="150000"/>
              </a:lnSpc>
              <a:buClr>
                <a:schemeClr val="accent4"/>
              </a:buClr>
              <a:buFont typeface="Wingdings"/>
              <a:buChar char="§"/>
              <a:defRPr sz="2000"/>
            </a:lvl1pPr>
            <a:lvl2pPr>
              <a:buClr>
                <a:schemeClr val="accent4"/>
              </a:buClr>
              <a:buFont typeface="Wingdings"/>
              <a:buChar char="§"/>
              <a:defRPr sz="2000"/>
            </a:lvl2pPr>
            <a:lvl3pPr>
              <a:buClr>
                <a:schemeClr val="accent4"/>
              </a:buClr>
              <a:buFont typeface="Wingdings"/>
              <a:buChar char="§"/>
              <a:defRPr sz="1800"/>
            </a:lvl3pPr>
            <a:lvl4pPr>
              <a:buClr>
                <a:schemeClr val="accent4"/>
              </a:buClr>
              <a:buFont typeface="Wingdings"/>
              <a:buChar char="§"/>
              <a:defRPr sz="1800"/>
            </a:lvl4pPr>
            <a:lvl5pPr>
              <a:buClr>
                <a:schemeClr val="accent4"/>
              </a:buClr>
              <a:buFont typeface="Wingdings"/>
              <a:buChar char="§"/>
              <a:defRPr sz="1800"/>
            </a:lvl5pPr>
          </a:lstStyle>
          <a:p xmlns:a="http://schemas.openxmlformats.org/drawingml/2006/main">
            <a:pPr lvl="0">
              <a:buNone/>
            </a:pPr>
            <a:r>
              <a:t>Click to edit Master text styles</a:t>
            </a:r>
          </a:p>
        </p:txBody>
      </p:sp>
      <p:sp>
        <p:nvSpPr>
          <p:cNvPr id="8" name="Title 1">
            <a:extLst xmlns:a="http://schemas.openxmlformats.org/drawingml/2006/main">
              <a:ext uri="{FF2B5EF4-FFF2-40B4-BE49-F238E27FC236}">
                <a16:creationId xmlns:a16="http://schemas.microsoft.com/office/drawing/2014/main" id="{DEB8F0E5-B89F-48AD-87BD-534EA9463CD3}"/>
              </a:ext>
            </a:extLst>
          </p:cNvPr>
          <p:cNvSpPr>
            <a:spLocks xmlns:a="http://schemas.openxmlformats.org/drawingml/2006/main" noGrp="1"/>
          </p:cNvSpPr>
          <p:nvPr>
            <p:ph type="title" idx="0"/>
          </p:nvPr>
        </p:nvSpPr>
        <p:spPr>
          <a:xfrm xmlns:a="http://schemas.openxmlformats.org/drawingml/2006/main">
            <a:off x="660400" y="805213"/>
            <a:ext cx="4275138" cy="830997"/>
          </a:xfrm>
          <a:prstGeom xmlns:a="http://schemas.openxmlformats.org/drawingml/2006/main" prst="rect">
            <a:avLst/>
          </a:prstGeom>
        </p:spPr>
        <p:txBody>
          <a:bodyPr xmlns:a="http://schemas.openxmlformats.org/drawingml/2006/main"/>
          <a:lstStyle xmlns:a="http://schemas.openxmlformats.org/drawingml/2006/main">
            <a:lvl1pPr>
              <a:buNone/>
              <a:defRPr sz="4800" b="1">
                <a:solidFill>
                  <a:schemeClr val="tx1"/>
                </a:solidFill>
              </a:defRPr>
            </a:lvl1pPr>
          </a:lstStyle>
          <a:p xmlns:a="http://schemas.openxmlformats.org/drawingml/2006/main">
            <a:r>
              <a:t>Click to edit Master title style</a:t>
            </a:r>
            <a:endParaRPr/>
          </a:p>
        </p:txBody>
      </p:sp>
    </p:spTree>
  </p:cSld>
</p:sldLayout>
</file>

<file path=ppt/slideLayouts/slideLayout19.xml><?xml version="1.0" encoding="utf-8"?>
<p:sldLayout xmlns:p="http://schemas.openxmlformats.org/presentationml/2006/main" userDrawn="1">
  <p:cSld name="Agenda">
    <p:spTree>
      <p:nvGrpSpPr>
        <p:cNvPr id="1" name=""/>
        <p:cNvGrpSpPr/>
        <p:nvPr/>
      </p:nvGrpSpPr>
      <p:grpSpPr>
        <a:xfrm xmlns:a="http://schemas.openxmlformats.org/drawingml/2006/main"/>
      </p:grpSpPr>
      <p:sp>
        <p:nvSpPr>
          <p:cNvPr id="10" name="Text Placeholder 26">
            <a:extLst xmlns:a="http://schemas.openxmlformats.org/drawingml/2006/main">
              <a:ext uri="{FF2B5EF4-FFF2-40B4-BE49-F238E27FC236}">
                <a16:creationId xmlns:a16="http://schemas.microsoft.com/office/drawing/2014/main" id="{4AA38E8C-A334-4183-8ABC-112B8517F487}"/>
              </a:ext>
            </a:extLst>
          </p:cNvPr>
          <p:cNvSpPr>
            <a:spLocks xmlns:a="http://schemas.openxmlformats.org/drawingml/2006/main" noGrp="1"/>
          </p:cNvSpPr>
          <p:nvPr>
            <p:ph type="body" idx="12"/>
          </p:nvPr>
        </p:nvSpPr>
        <p:spPr>
          <a:xfrm xmlns:a="http://schemas.openxmlformats.org/drawingml/2006/main">
            <a:off x="660400" y="2044700"/>
            <a:ext cx="4275138" cy="3560763"/>
          </a:xfrm>
          <a:prstGeom xmlns:a="http://schemas.openxmlformats.org/drawingml/2006/main" prst="rect">
            <a:avLst/>
          </a:prstGeom>
        </p:spPr>
        <p:txBody>
          <a:bodyPr xmlns:a="http://schemas.openxmlformats.org/drawingml/2006/main"/>
          <a:lstStyle xmlns:a="http://schemas.openxmlformats.org/drawingml/2006/main">
            <a:lvl1pPr>
              <a:buClr>
                <a:schemeClr val="accent4"/>
              </a:buClr>
              <a:buFont typeface="Wingdings"/>
              <a:buChar char="§"/>
              <a:defRPr sz="2000"/>
            </a:lvl1pPr>
            <a:lvl2pPr>
              <a:buClr>
                <a:schemeClr val="accent4"/>
              </a:buClr>
              <a:buFont typeface="Wingdings"/>
              <a:buChar char="§"/>
              <a:defRPr sz="1800"/>
            </a:lvl2pPr>
            <a:lvl3pPr>
              <a:buClr>
                <a:schemeClr val="accent4"/>
              </a:buClr>
              <a:buFont typeface="Wingdings"/>
              <a:buChar char="§"/>
              <a:defRPr sz="1600"/>
            </a:lvl3pPr>
            <a:lvl4pPr>
              <a:buClr>
                <a:schemeClr val="accent4"/>
              </a:buClr>
              <a:buFont typeface="Wingdings"/>
              <a:buChar char="§"/>
              <a:defRPr sz="1600"/>
            </a:lvl4pPr>
            <a:lvl5pPr>
              <a:buClr>
                <a:schemeClr val="accent4"/>
              </a:buClr>
              <a:buFont typeface="Wingdings"/>
              <a:buChar char="§"/>
              <a:defRPr sz="1600"/>
            </a:lvl5pPr>
          </a:lstStyle>
          <a:p xmlns:a="http://schemas.openxmlformats.org/drawingml/2006/main">
            <a:pPr lvl="0">
              <a:buNone/>
            </a:pPr>
            <a:r>
              <a:t>Click to edit Master text styles</a:t>
            </a:r>
          </a:p>
        </p:txBody>
      </p:sp>
      <p:sp>
        <p:nvSpPr>
          <p:cNvPr id="19" name="Rectangle 18">
            <a:extLst xmlns:a="http://schemas.openxmlformats.org/drawingml/2006/main">
              <a:ext uri="{FF2B5EF4-FFF2-40B4-BE49-F238E27FC236}">
                <a16:creationId xmlns:a16="http://schemas.microsoft.com/office/drawing/2014/main" id="{B80624A4-5116-4AAF-8C31-C25D1DB16FEC}"/>
              </a:ext>
            </a:extLst>
          </p:cNvPr>
          <p:cNvSpPr>
            <a:spLocks xmlns:a="http://schemas.openxmlformats.org/drawingml/2006/main" noGrp="1"/>
          </p:cNvSpPr>
          <p:nvPr/>
        </p:nvSpPr>
        <p:spPr>
          <a:xfrm xmlns:a="http://schemas.openxmlformats.org/drawingml/2006/main">
            <a:off x="9354457" y="5363987"/>
            <a:ext cx="457200" cy="457200"/>
          </a:xfrm>
          <a:prstGeom xmlns:a="http://schemas.openxmlformats.org/drawingml/2006/main" prst="rect">
            <a:avLst/>
          </a:prstGeom>
          <a:solidFill xmlns:a="http://schemas.openxmlformats.org/drawingml/2006/main">
            <a:schemeClr val="accent5"/>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1D07EC8A-6024-4DEA-9C4D-AE4228E17854}"/>
              </a:ext>
            </a:extLst>
          </p:cNvPr>
          <p:cNvSpPr>
            <a:spLocks xmlns:a="http://schemas.openxmlformats.org/drawingml/2006/main" noGrp="1"/>
          </p:cNvSpPr>
          <p:nvPr/>
        </p:nvSpPr>
        <p:spPr>
          <a:xfrm xmlns:a="http://schemas.openxmlformats.org/drawingml/2006/main">
            <a:off x="6692791" y="1699889"/>
            <a:ext cx="319749" cy="319749"/>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D1C8FAEF-DF78-48CC-AEEF-F9B802055C05}"/>
              </a:ext>
            </a:extLst>
          </p:cNvPr>
          <p:cNvSpPr>
            <a:spLocks xmlns:a="http://schemas.openxmlformats.org/drawingml/2006/main" noGrp="1"/>
          </p:cNvSpPr>
          <p:nvPr/>
        </p:nvSpPr>
        <p:spPr>
          <a:xfrm xmlns:a="http://schemas.openxmlformats.org/drawingml/2006/main">
            <a:off x="9354457" y="5897738"/>
            <a:ext cx="179977" cy="179977"/>
          </a:xfrm>
          <a:prstGeom xmlns:a="http://schemas.openxmlformats.org/drawingml/2006/main" prst="rect">
            <a:avLst/>
          </a:prstGeom>
          <a:solidFill xmlns:a="http://schemas.openxmlformats.org/drawingml/2006/main">
            <a:schemeClr val="accent4"/>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Picture Placeholder 10">
            <a:extLst xmlns:a="http://schemas.openxmlformats.org/drawingml/2006/main">
              <a:ext uri="{FF2B5EF4-FFF2-40B4-BE49-F238E27FC236}">
                <a16:creationId xmlns:a16="http://schemas.microsoft.com/office/drawing/2014/main" id="{566F72D6-AEEE-4CF3-8136-F6782F1E489E}"/>
              </a:ext>
            </a:extLst>
          </p:cNvPr>
          <p:cNvSpPr>
            <a:spLocks xmlns:a="http://schemas.openxmlformats.org/drawingml/2006/main" noGrp="1"/>
          </p:cNvSpPr>
          <p:nvPr>
            <p:ph type="pic" idx="13"/>
          </p:nvPr>
        </p:nvSpPr>
        <p:spPr>
          <a:xfrm xmlns:a="http://schemas.openxmlformats.org/drawingml/2006/main">
            <a:off x="7090227" y="786181"/>
            <a:ext cx="4441372" cy="5393036"/>
          </a:xfrm>
          <a:custGeom xmlns:a="http://schemas.openxmlformats.org/drawingml/2006/main">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2" name="Title 1">
            <a:extLst xmlns:a="http://schemas.openxmlformats.org/drawingml/2006/main">
              <a:ext uri="{FF2B5EF4-FFF2-40B4-BE49-F238E27FC236}">
                <a16:creationId xmlns:a16="http://schemas.microsoft.com/office/drawing/2014/main" id="{459DADC7-BE21-4434-A6E4-BAF809005389}"/>
              </a:ext>
            </a:extLst>
          </p:cNvPr>
          <p:cNvSpPr>
            <a:spLocks xmlns:a="http://schemas.openxmlformats.org/drawingml/2006/main" noGrp="1"/>
          </p:cNvSpPr>
          <p:nvPr>
            <p:ph type="title" idx="0"/>
          </p:nvPr>
        </p:nvSpPr>
        <p:spPr>
          <a:xfrm xmlns:a="http://schemas.openxmlformats.org/drawingml/2006/main">
            <a:off x="660400" y="805213"/>
            <a:ext cx="4275138" cy="830997"/>
          </a:xfrm>
          <a:prstGeom xmlns:a="http://schemas.openxmlformats.org/drawingml/2006/main" prst="rect">
            <a:avLst/>
          </a:prstGeom>
        </p:spPr>
        <p:txBody>
          <a:bodyPr xmlns:a="http://schemas.openxmlformats.org/drawingml/2006/main"/>
          <a:lstStyle xmlns:a="http://schemas.openxmlformats.org/drawingml/2006/main">
            <a:lvl1pPr>
              <a:buNone/>
              <a:defRPr sz="4800" b="1">
                <a:solidFill>
                  <a:schemeClr val="tx1"/>
                </a:solidFill>
              </a:defRPr>
            </a:lvl1pPr>
          </a:lstStyle>
          <a:p xmlns:a="http://schemas.openxmlformats.org/drawingml/2006/main">
            <a:r>
              <a:t>Click to edit Master title style</a:t>
            </a:r>
            <a:endParaRPr/>
          </a:p>
        </p:txBody>
      </p:sp>
    </p:spTree>
  </p:cSld>
</p:sldLayout>
</file>

<file path=ppt/slideLayouts/slideLayout20.xml><?xml version="1.0" encoding="utf-8"?>
<p:sldLayout xmlns:p="http://schemas.openxmlformats.org/presentationml/2006/main" userDrawn="1">
  <p:cSld name="Team">
    <p:spTree>
      <p:nvGrpSpPr>
        <p:cNvPr id="1" name=""/>
        <p:cNvGrpSpPr/>
        <p:nvPr/>
      </p:nvGrpSpPr>
      <p:grpSpPr>
        <a:xfrm xmlns:a="http://schemas.openxmlformats.org/drawingml/2006/main"/>
      </p:grpSpPr>
      <p:sp>
        <p:nvSpPr>
          <p:cNvPr id="39" name="Picture Placeholder 38">
            <a:extLst xmlns:a="http://schemas.openxmlformats.org/drawingml/2006/main">
              <a:ext uri="{FF2B5EF4-FFF2-40B4-BE49-F238E27FC236}">
                <a16:creationId xmlns:a16="http://schemas.microsoft.com/office/drawing/2014/main" id="{CF421413-161E-4B36-B693-FB38DF14EDAB}"/>
              </a:ext>
            </a:extLst>
          </p:cNvPr>
          <p:cNvSpPr>
            <a:spLocks xmlns:a="http://schemas.openxmlformats.org/drawingml/2006/main" noGrp="1"/>
          </p:cNvSpPr>
          <p:nvPr>
            <p:ph type="pic" idx="22"/>
          </p:nvPr>
        </p:nvSpPr>
        <p:spPr>
          <a:xfrm xmlns:a="http://schemas.openxmlformats.org/drawingml/2006/main">
            <a:off x="5353508"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38" name="Picture Placeholder 37">
            <a:extLst xmlns:a="http://schemas.openxmlformats.org/drawingml/2006/main">
              <a:ext uri="{FF2B5EF4-FFF2-40B4-BE49-F238E27FC236}">
                <a16:creationId xmlns:a16="http://schemas.microsoft.com/office/drawing/2014/main" id="{B5D207AE-9C9C-410A-9F31-2402BAD6DDFF}"/>
              </a:ext>
            </a:extLst>
          </p:cNvPr>
          <p:cNvSpPr>
            <a:spLocks xmlns:a="http://schemas.openxmlformats.org/drawingml/2006/main" noGrp="1"/>
          </p:cNvSpPr>
          <p:nvPr>
            <p:ph type="pic" idx="21"/>
          </p:nvPr>
        </p:nvSpPr>
        <p:spPr>
          <a:xfrm xmlns:a="http://schemas.openxmlformats.org/drawingml/2006/main">
            <a:off x="3115921"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40" name="Picture Placeholder 39">
            <a:extLst xmlns:a="http://schemas.openxmlformats.org/drawingml/2006/main">
              <a:ext uri="{FF2B5EF4-FFF2-40B4-BE49-F238E27FC236}">
                <a16:creationId xmlns:a16="http://schemas.microsoft.com/office/drawing/2014/main" id="{DE3344FC-C4DE-481F-9C31-667EDD563C47}"/>
              </a:ext>
            </a:extLst>
          </p:cNvPr>
          <p:cNvSpPr>
            <a:spLocks xmlns:a="http://schemas.openxmlformats.org/drawingml/2006/main" noGrp="1"/>
          </p:cNvSpPr>
          <p:nvPr>
            <p:ph type="pic" idx="23"/>
          </p:nvPr>
        </p:nvSpPr>
        <p:spPr>
          <a:xfrm xmlns:a="http://schemas.openxmlformats.org/drawingml/2006/main">
            <a:off x="7602465"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41" name="Picture Placeholder 40">
            <a:extLst xmlns:a="http://schemas.openxmlformats.org/drawingml/2006/main">
              <a:ext uri="{FF2B5EF4-FFF2-40B4-BE49-F238E27FC236}">
                <a16:creationId xmlns:a16="http://schemas.microsoft.com/office/drawing/2014/main" id="{59094D7D-3613-49C1-BB58-A65B41A9738D}"/>
              </a:ext>
            </a:extLst>
          </p:cNvPr>
          <p:cNvSpPr>
            <a:spLocks xmlns:a="http://schemas.openxmlformats.org/drawingml/2006/main" noGrp="1"/>
          </p:cNvSpPr>
          <p:nvPr>
            <p:ph type="pic" idx="24"/>
          </p:nvPr>
        </p:nvSpPr>
        <p:spPr>
          <a:xfrm xmlns:a="http://schemas.openxmlformats.org/drawingml/2006/main">
            <a:off x="9840051"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
        <p:nvSpPr>
          <p:cNvPr id="8" name="Title 1">
            <a:extLst xmlns:a="http://schemas.openxmlformats.org/drawingml/2006/main">
              <a:ext uri="{FF2B5EF4-FFF2-40B4-BE49-F238E27FC236}">
                <a16:creationId xmlns:a16="http://schemas.microsoft.com/office/drawing/2014/main" id="{69FE87B7-32A4-4C7F-9AAF-37688E640456}"/>
              </a:ext>
            </a:extLst>
          </p:cNvPr>
          <p:cNvSpPr>
            <a:spLocks xmlns:a="http://schemas.openxmlformats.org/drawingml/2006/main" noGrp="1"/>
          </p:cNvSpPr>
          <p:nvPr>
            <p:ph type="title" idx="0"/>
          </p:nvPr>
        </p:nvSpPr>
        <p:spPr>
          <a:xfrm xmlns:a="http://schemas.openxmlformats.org/drawingml/2006/main">
            <a:off x="432000" y="647700"/>
            <a:ext cx="11340000" cy="700114"/>
          </a:xfrm>
          <a:prstGeom xmlns:a="http://schemas.openxmlformats.org/drawingml/2006/main" prst="rect">
            <a:avLst/>
          </a:prstGeom>
        </p:spPr>
        <p:txBody>
          <a:bodyPr xmlns:a="http://schemas.openxmlformats.org/drawingml/2006/main" anchor="ctr"/>
          <a:lstStyle xmlns:a="http://schemas.openxmlformats.org/drawingml/2006/main"/>
          <a:p xmlns:a="http://schemas.openxmlformats.org/drawingml/2006/main">
            <a:pPr algn="ctr">
              <a:buNone/>
            </a:pPr>
            <a:r>
              <a:rPr sz="4800" b="1">
                <a:solidFill>
                  <a:schemeClr val="tx1"/>
                </a:solidFill>
              </a:rPr>
              <a:t>Click to edit Master title style</a:t>
            </a:r>
            <a:endParaRPr sz="4800" b="1">
              <a:solidFill>
                <a:schemeClr val="tx1"/>
              </a:solidFill>
            </a:endParaRPr>
          </a:p>
        </p:txBody>
      </p:sp>
      <p:sp>
        <p:nvSpPr>
          <p:cNvPr id="9" name="Hexagon 8">
            <a:extLst xmlns:a="http://schemas.openxmlformats.org/drawingml/2006/main">
              <a:ext uri="{FF2B5EF4-FFF2-40B4-BE49-F238E27FC236}">
                <a16:creationId xmlns:a16="http://schemas.microsoft.com/office/drawing/2014/main" id="{476CA45F-A66A-4AD8-A004-10DB55A5D7B2}"/>
              </a:ext>
            </a:extLst>
          </p:cNvPr>
          <p:cNvSpPr>
            <a:spLocks xmlns:a="http://schemas.openxmlformats.org/drawingml/2006/main" noGrp="1"/>
          </p:cNvSpPr>
          <p:nvPr/>
        </p:nvSpPr>
        <p:spPr>
          <a:xfrm xmlns:a="http://schemas.openxmlformats.org/drawingml/2006/main">
            <a:off x="546669" y="3467555"/>
            <a:ext cx="458268" cy="395059"/>
          </a:xfrm>
          <a:prstGeom xmlns:a="http://schemas.openxmlformats.org/drawingml/2006/main" prst="hexagon">
            <a:avLst/>
          </a:prstGeom>
          <a:solidFill xmlns:a="http://schemas.openxmlformats.org/drawingml/2006/main">
            <a:schemeClr val="accent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Hexagon 9">
            <a:extLst xmlns:a="http://schemas.openxmlformats.org/drawingml/2006/main">
              <a:ext uri="{FF2B5EF4-FFF2-40B4-BE49-F238E27FC236}">
                <a16:creationId xmlns:a16="http://schemas.microsoft.com/office/drawing/2014/main" id="{27A66A3D-2437-4015-9F5F-380C4D23D83C}"/>
              </a:ext>
            </a:extLst>
          </p:cNvPr>
          <p:cNvSpPr>
            <a:spLocks xmlns:a="http://schemas.openxmlformats.org/drawingml/2006/main" noGrp="1"/>
          </p:cNvSpPr>
          <p:nvPr/>
        </p:nvSpPr>
        <p:spPr>
          <a:xfrm xmlns:a="http://schemas.openxmlformats.org/drawingml/2006/main">
            <a:off x="11113337" y="2394722"/>
            <a:ext cx="358391" cy="308958"/>
          </a:xfrm>
          <a:prstGeom xmlns:a="http://schemas.openxmlformats.org/drawingml/2006/main" prst="hexagon">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Hexagon 10">
            <a:extLst xmlns:a="http://schemas.openxmlformats.org/drawingml/2006/main">
              <a:ext uri="{FF2B5EF4-FFF2-40B4-BE49-F238E27FC236}">
                <a16:creationId xmlns:a16="http://schemas.microsoft.com/office/drawing/2014/main" id="{FFB14F3B-E7EF-4546-8D74-71FFB45C77C0}"/>
              </a:ext>
            </a:extLst>
          </p:cNvPr>
          <p:cNvSpPr>
            <a:spLocks xmlns:a="http://schemas.openxmlformats.org/drawingml/2006/main" noGrp="1"/>
          </p:cNvSpPr>
          <p:nvPr/>
        </p:nvSpPr>
        <p:spPr>
          <a:xfrm xmlns:a="http://schemas.openxmlformats.org/drawingml/2006/main">
            <a:off x="10882649" y="2202202"/>
            <a:ext cx="230688" cy="198869"/>
          </a:xfrm>
          <a:prstGeom xmlns:a="http://schemas.openxmlformats.org/drawingml/2006/main" prst="hexagon">
            <a:avLst/>
          </a:prstGeom>
          <a:solidFill xmlns:a="http://schemas.openxmlformats.org/drawingml/2006/main">
            <a:schemeClr val="bg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 Placeholder 22">
            <a:extLst xmlns:a="http://schemas.openxmlformats.org/drawingml/2006/main">
              <a:ext uri="{FF2B5EF4-FFF2-40B4-BE49-F238E27FC236}">
                <a16:creationId xmlns:a16="http://schemas.microsoft.com/office/drawing/2014/main" id="{591F943B-ED0D-49A1-844A-E23BA9A4871B}"/>
              </a:ext>
            </a:extLst>
          </p:cNvPr>
          <p:cNvSpPr>
            <a:spLocks xmlns:a="http://schemas.openxmlformats.org/drawingml/2006/main" noGrp="1"/>
          </p:cNvSpPr>
          <p:nvPr>
            <p:ph type="body" idx="10"/>
          </p:nvPr>
        </p:nvSpPr>
        <p:spPr>
          <a:xfrm xmlns:a="http://schemas.openxmlformats.org/drawingml/2006/main">
            <a:off x="546668"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24" name="Text Placeholder 22">
            <a:extLst xmlns:a="http://schemas.openxmlformats.org/drawingml/2006/main">
              <a:ext uri="{FF2B5EF4-FFF2-40B4-BE49-F238E27FC236}">
                <a16:creationId xmlns:a16="http://schemas.microsoft.com/office/drawing/2014/main" id="{9AC6B9A8-053C-4828-B705-901C6018F30D}"/>
              </a:ext>
            </a:extLst>
          </p:cNvPr>
          <p:cNvSpPr>
            <a:spLocks xmlns:a="http://schemas.openxmlformats.org/drawingml/2006/main" noGrp="1"/>
          </p:cNvSpPr>
          <p:nvPr>
            <p:ph type="body" idx="11"/>
          </p:nvPr>
        </p:nvSpPr>
        <p:spPr>
          <a:xfrm xmlns:a="http://schemas.openxmlformats.org/drawingml/2006/main">
            <a:off x="556692"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27" name="Text Placeholder 22">
            <a:extLst xmlns:a="http://schemas.openxmlformats.org/drawingml/2006/main">
              <a:ext uri="{FF2B5EF4-FFF2-40B4-BE49-F238E27FC236}">
                <a16:creationId xmlns:a16="http://schemas.microsoft.com/office/drawing/2014/main" id="{BBA6FD52-E179-41F8-AE78-9AF3D65F28B6}"/>
              </a:ext>
            </a:extLst>
          </p:cNvPr>
          <p:cNvSpPr>
            <a:spLocks xmlns:a="http://schemas.openxmlformats.org/drawingml/2006/main" noGrp="1"/>
          </p:cNvSpPr>
          <p:nvPr>
            <p:ph type="body" idx="12"/>
          </p:nvPr>
        </p:nvSpPr>
        <p:spPr>
          <a:xfrm xmlns:a="http://schemas.openxmlformats.org/drawingml/2006/main">
            <a:off x="2789482"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28" name="Text Placeholder 22">
            <a:extLst xmlns:a="http://schemas.openxmlformats.org/drawingml/2006/main">
              <a:ext uri="{FF2B5EF4-FFF2-40B4-BE49-F238E27FC236}">
                <a16:creationId xmlns:a16="http://schemas.microsoft.com/office/drawing/2014/main" id="{C49A82AB-D328-4DB0-841B-186884119EBF}"/>
              </a:ext>
            </a:extLst>
          </p:cNvPr>
          <p:cNvSpPr>
            <a:spLocks xmlns:a="http://schemas.openxmlformats.org/drawingml/2006/main" noGrp="1"/>
          </p:cNvSpPr>
          <p:nvPr>
            <p:ph type="body" idx="13"/>
          </p:nvPr>
        </p:nvSpPr>
        <p:spPr>
          <a:xfrm xmlns:a="http://schemas.openxmlformats.org/drawingml/2006/main">
            <a:off x="2789483"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29" name="Text Placeholder 22">
            <a:extLst xmlns:a="http://schemas.openxmlformats.org/drawingml/2006/main">
              <a:ext uri="{FF2B5EF4-FFF2-40B4-BE49-F238E27FC236}">
                <a16:creationId xmlns:a16="http://schemas.microsoft.com/office/drawing/2014/main" id="{84E23D5D-9866-48F9-8E08-DD2DBE4C4E32}"/>
              </a:ext>
            </a:extLst>
          </p:cNvPr>
          <p:cNvSpPr>
            <a:spLocks xmlns:a="http://schemas.openxmlformats.org/drawingml/2006/main" noGrp="1"/>
          </p:cNvSpPr>
          <p:nvPr>
            <p:ph type="body" idx="14"/>
          </p:nvPr>
        </p:nvSpPr>
        <p:spPr>
          <a:xfrm xmlns:a="http://schemas.openxmlformats.org/drawingml/2006/main">
            <a:off x="5032296"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30" name="Text Placeholder 22">
            <a:extLst xmlns:a="http://schemas.openxmlformats.org/drawingml/2006/main">
              <a:ext uri="{FF2B5EF4-FFF2-40B4-BE49-F238E27FC236}">
                <a16:creationId xmlns:a16="http://schemas.microsoft.com/office/drawing/2014/main" id="{E671C9E6-A1A5-4EE5-8642-94AA7635DB05}"/>
              </a:ext>
            </a:extLst>
          </p:cNvPr>
          <p:cNvSpPr>
            <a:spLocks xmlns:a="http://schemas.openxmlformats.org/drawingml/2006/main" noGrp="1"/>
          </p:cNvSpPr>
          <p:nvPr>
            <p:ph type="body" idx="15"/>
          </p:nvPr>
        </p:nvSpPr>
        <p:spPr>
          <a:xfrm xmlns:a="http://schemas.openxmlformats.org/drawingml/2006/main">
            <a:off x="5029201"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31" name="Text Placeholder 22">
            <a:extLst xmlns:a="http://schemas.openxmlformats.org/drawingml/2006/main">
              <a:ext uri="{FF2B5EF4-FFF2-40B4-BE49-F238E27FC236}">
                <a16:creationId xmlns:a16="http://schemas.microsoft.com/office/drawing/2014/main" id="{DF6BB5C9-B678-435A-830F-4C10EB1A957C}"/>
              </a:ext>
            </a:extLst>
          </p:cNvPr>
          <p:cNvSpPr>
            <a:spLocks xmlns:a="http://schemas.openxmlformats.org/drawingml/2006/main" noGrp="1"/>
          </p:cNvSpPr>
          <p:nvPr>
            <p:ph type="body" idx="16"/>
          </p:nvPr>
        </p:nvSpPr>
        <p:spPr>
          <a:xfrm xmlns:a="http://schemas.openxmlformats.org/drawingml/2006/main">
            <a:off x="7275110"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32" name="Text Placeholder 22">
            <a:extLst xmlns:a="http://schemas.openxmlformats.org/drawingml/2006/main">
              <a:ext uri="{FF2B5EF4-FFF2-40B4-BE49-F238E27FC236}">
                <a16:creationId xmlns:a16="http://schemas.microsoft.com/office/drawing/2014/main" id="{1861EC87-A9E2-4FC3-B8BC-06C520B8A17F}"/>
              </a:ext>
            </a:extLst>
          </p:cNvPr>
          <p:cNvSpPr>
            <a:spLocks xmlns:a="http://schemas.openxmlformats.org/drawingml/2006/main" noGrp="1"/>
          </p:cNvSpPr>
          <p:nvPr>
            <p:ph type="body" idx="17"/>
          </p:nvPr>
        </p:nvSpPr>
        <p:spPr>
          <a:xfrm xmlns:a="http://schemas.openxmlformats.org/drawingml/2006/main">
            <a:off x="7275111"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33" name="Text Placeholder 22">
            <a:extLst xmlns:a="http://schemas.openxmlformats.org/drawingml/2006/main">
              <a:ext uri="{FF2B5EF4-FFF2-40B4-BE49-F238E27FC236}">
                <a16:creationId xmlns:a16="http://schemas.microsoft.com/office/drawing/2014/main" id="{FC3EDE91-631F-4947-94DC-557685FD23E0}"/>
              </a:ext>
            </a:extLst>
          </p:cNvPr>
          <p:cNvSpPr>
            <a:spLocks xmlns:a="http://schemas.openxmlformats.org/drawingml/2006/main" noGrp="1"/>
          </p:cNvSpPr>
          <p:nvPr>
            <p:ph type="body" idx="18"/>
          </p:nvPr>
        </p:nvSpPr>
        <p:spPr>
          <a:xfrm xmlns:a="http://schemas.openxmlformats.org/drawingml/2006/main">
            <a:off x="9517923" y="4172761"/>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2000" b="1" kern="1200">
                <a:solidFill>
                  <a:schemeClr val="accent4"/>
                </a:solidFill>
                <a:latin typeface="+mj-lt"/>
                <a:ea typeface="+mj-lt"/>
                <a:cs typeface="+mj-lt"/>
              </a:defRPr>
            </a:lvl1pPr>
          </a:lstStyle>
          <a:p xmlns:a="http://schemas.openxmlformats.org/drawingml/2006/main">
            <a:pPr lvl="0">
              <a:buNone/>
            </a:pPr>
            <a:r>
              <a:t>Click to edit Master text styles</a:t>
            </a:r>
          </a:p>
        </p:txBody>
      </p:sp>
      <p:sp>
        <p:nvSpPr>
          <p:cNvPr id="34" name="Text Placeholder 22">
            <a:extLst xmlns:a="http://schemas.openxmlformats.org/drawingml/2006/main">
              <a:ext uri="{FF2B5EF4-FFF2-40B4-BE49-F238E27FC236}">
                <a16:creationId xmlns:a16="http://schemas.microsoft.com/office/drawing/2014/main" id="{8FDDBEF4-1329-49DF-B043-D51B34F5EE34}"/>
              </a:ext>
            </a:extLst>
          </p:cNvPr>
          <p:cNvSpPr>
            <a:spLocks xmlns:a="http://schemas.openxmlformats.org/drawingml/2006/main" noGrp="1"/>
          </p:cNvSpPr>
          <p:nvPr>
            <p:ph type="body" idx="19"/>
          </p:nvPr>
        </p:nvSpPr>
        <p:spPr>
          <a:xfrm xmlns:a="http://schemas.openxmlformats.org/drawingml/2006/main">
            <a:off x="9517923" y="4588259"/>
            <a:ext cx="2139696" cy="344312"/>
          </a:xfrm>
          <a:prstGeom xmlns:a="http://schemas.openxmlformats.org/drawingml/2006/main" prst="rect">
            <a:avLst/>
          </a:prstGeom>
        </p:spPr>
        <p:txBody>
          <a:bodyPr xmlns:a="http://schemas.openxmlformats.org/drawingml/2006/main"/>
          <a:lstStyle xmlns:a="http://schemas.openxmlformats.org/drawingml/2006/main">
            <a:lvl1pPr marL="0" indent="0" algn="ctr">
              <a:buNone/>
              <a:defRPr sz="1600" kern="1200">
                <a:solidFill>
                  <a:schemeClr val="tx1"/>
                </a:solidFill>
                <a:latin typeface="+mn-lt"/>
                <a:ea typeface="+mn-lt"/>
                <a:cs typeface="+mn-lt"/>
              </a:defRPr>
            </a:lvl1pPr>
          </a:lstStyle>
          <a:p xmlns:a="http://schemas.openxmlformats.org/drawingml/2006/main">
            <a:pPr lvl="0">
              <a:buNone/>
            </a:pPr>
            <a:r>
              <a:t>Click to edit Master text styles</a:t>
            </a:r>
          </a:p>
        </p:txBody>
      </p:sp>
      <p:sp>
        <p:nvSpPr>
          <p:cNvPr id="37" name="Picture Placeholder 36">
            <a:extLst xmlns:a="http://schemas.openxmlformats.org/drawingml/2006/main">
              <a:ext uri="{FF2B5EF4-FFF2-40B4-BE49-F238E27FC236}">
                <a16:creationId xmlns:a16="http://schemas.microsoft.com/office/drawing/2014/main" id="{FBDB3FD3-4F52-4E28-B639-5F73070E47D9}"/>
              </a:ext>
            </a:extLst>
          </p:cNvPr>
          <p:cNvSpPr>
            <a:spLocks xmlns:a="http://schemas.openxmlformats.org/drawingml/2006/main" noGrp="1"/>
          </p:cNvSpPr>
          <p:nvPr>
            <p:ph type="pic" idx="20"/>
          </p:nvPr>
        </p:nvSpPr>
        <p:spPr>
          <a:xfrm xmlns:a="http://schemas.openxmlformats.org/drawingml/2006/main">
            <a:off x="878337" y="2555551"/>
            <a:ext cx="1484985" cy="1280160"/>
          </a:xfrm>
          <a:custGeom xmlns:a="http://schemas.openxmlformats.org/drawingml/2006/main">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xmlns:a="http://schemas.openxmlformats.org/drawingml/2006/main" wrap="square" anchor="ctr">
            <a:noAutofit/>
          </a:bodyPr>
          <a:lstStyle xmlns:a="http://schemas.openxmlformats.org/drawingml/2006/main">
            <a:lvl1pPr algn="ctr">
              <a:buNone/>
              <a:defRPr/>
            </a:lvl1pPr>
          </a:lstStyle>
          <a:p xmlns:a="http://schemas.openxmlformats.org/drawingml/2006/main">
            <a:r>
              <a:t>Click icon to add picture</a:t>
            </a:r>
            <a:endParaRPr/>
          </a:p>
        </p:txBody>
      </p:sp>
    </p:spTree>
  </p:cSld>
</p:sldLayout>
</file>

<file path=ppt/slideLayouts/slideLayout21.xml><?xml version="1.0" encoding="utf-8"?>
<p:sldLayout xmlns:p="http://schemas.openxmlformats.org/presentationml/2006/main" showMasterSp="0" preserve="1" userDrawn="1">
  <p:cSld name="1_Custom Layout">
    <p:bg>
      <p:bgPr>
        <a:solidFill xmlns:a="http://schemas.openxmlformats.org/drawingml/2006/main">
          <a:schemeClr val="tx1"/>
        </a:solidFill>
      </p:bgPr>
    </p:bg>
    <p:spTree>
      <p:nvGrpSpPr>
        <p:cNvPr id="1" name=""/>
        <p:cNvGrpSpPr/>
        <p:nvPr/>
      </p:nvGrpSpPr>
      <p:grpSpPr>
        <a:xfrm xmlns:a="http://schemas.openxmlformats.org/drawingml/2006/main"/>
      </p:grpSpPr>
      <p:sp>
        <p:nvSpPr>
          <p:cNvPr id="22" name="Picture Placeholder 21">
            <a:extLst xmlns:a="http://schemas.openxmlformats.org/drawingml/2006/main">
              <a:ext uri="{FF2B5EF4-FFF2-40B4-BE49-F238E27FC236}">
                <a16:creationId xmlns:a16="http://schemas.microsoft.com/office/drawing/2014/main" id="{DFA57703-9E4A-48E0-A123-3A5EDC76475C}"/>
              </a:ext>
            </a:extLst>
          </p:cNvPr>
          <p:cNvSpPr>
            <a:spLocks xmlns:a="http://schemas.openxmlformats.org/drawingml/2006/main" noGrp="1"/>
          </p:cNvSpPr>
          <p:nvPr>
            <p:ph type="pic" idx="10"/>
          </p:nvPr>
        </p:nvSpPr>
        <p:spPr>
          <a:xfrm xmlns:a="http://schemas.openxmlformats.org/drawingml/2006/main">
            <a:off x="0" y="0"/>
            <a:ext cx="12192000" cy="6858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Click icon to add picture</a:t>
            </a:r>
            <a:endParaRPr/>
          </a:p>
        </p:txBody>
      </p:sp>
      <p:sp>
        <p:nvSpPr>
          <p:cNvPr id="2" name="Rectangle 1">
            <a:extLst xmlns:a="http://schemas.openxmlformats.org/drawingml/2006/main">
              <a:ext uri="{FF2B5EF4-FFF2-40B4-BE49-F238E27FC236}">
                <a16:creationId xmlns:a16="http://schemas.microsoft.com/office/drawing/2014/main" id="{AF7FA146-2A75-4EA7-A9AD-EBCE6F17FB42}"/>
              </a:ext>
            </a:extLst>
          </p:cNvPr>
          <p:cNvSpPr>
            <a:spLocks xmlns:a="http://schemas.openxmlformats.org/drawingml/2006/main" noGrp="1"/>
          </p:cNvSpPr>
          <p:nvPr/>
        </p:nvSpPr>
        <p:spPr>
          <a:xfrm xmlns:a="http://schemas.openxmlformats.org/drawingml/2006/main">
            <a:off x="3718560" y="1181123"/>
            <a:ext cx="4754880" cy="4495754"/>
          </a:xfrm>
          <a:prstGeom xmlns:a="http://schemas.openxmlformats.org/drawingml/2006/main" prst="rect">
            <a:avLst/>
          </a:prstGeom>
          <a:solidFill xmlns:a="http://schemas.openxmlformats.org/drawingml/2006/main">
            <a:schemeClr val="accent5">
              <a:alpha val="40000"/>
            </a:schemeClr>
          </a:solidFill>
          <a:ln xmlns:a="http://schemas.openxmlformats.org/drawingml/2006/main" w="60325">
            <a:solidFill>
              <a:schemeClr val="bg1"/>
            </a:solid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 Placeholder 23">
            <a:extLst xmlns:a="http://schemas.openxmlformats.org/drawingml/2006/main">
              <a:ext uri="{FF2B5EF4-FFF2-40B4-BE49-F238E27FC236}">
                <a16:creationId xmlns:a16="http://schemas.microsoft.com/office/drawing/2014/main" id="{340C15AA-E296-48AE-857F-0589EEA69DC6}"/>
              </a:ext>
            </a:extLst>
          </p:cNvPr>
          <p:cNvSpPr>
            <a:spLocks xmlns:a="http://schemas.openxmlformats.org/drawingml/2006/main" noGrp="1"/>
          </p:cNvSpPr>
          <p:nvPr>
            <p:ph type="body" idx="11" hasCustomPrompt="1"/>
          </p:nvPr>
        </p:nvSpPr>
        <p:spPr>
          <a:xfrm xmlns:a="http://schemas.openxmlformats.org/drawingml/2006/main">
            <a:off x="4149139" y="4859469"/>
            <a:ext cx="3924934" cy="490538"/>
          </a:xfrm>
          <a:prstGeom xmlns:a="http://schemas.openxmlformats.org/drawingml/2006/main" prst="rect">
            <a:avLst/>
          </a:prstGeom>
        </p:spPr>
        <p:txBody>
          <a:bodyPr xmlns:a="http://schemas.openxmlformats.org/drawingml/2006/main"/>
          <a:lstStyle xmlns:a="http://schemas.openxmlformats.org/drawingml/2006/main">
            <a:lvl1pPr algn="r">
              <a:buNone/>
              <a:defRPr sz="2400" b="1" kern="1200">
                <a:solidFill>
                  <a:schemeClr val="accent4"/>
                </a:solidFill>
                <a:latin typeface="Calibri"/>
                <a:ea typeface="Calibri"/>
                <a:cs typeface="Calibri"/>
              </a:defRPr>
            </a:lvl1pPr>
            <a:lvl2pPr>
              <a:buNone/>
              <a:defRPr/>
            </a:lvl2pPr>
          </a:lstStyle>
          <a:p xmlns:a="http://schemas.openxmlformats.org/drawingml/2006/main">
            <a:pPr lvl="0">
              <a:buNone/>
            </a:pPr>
            <a:r>
              <a:t>Click to edit text</a:t>
            </a:r>
          </a:p>
        </p:txBody>
      </p:sp>
      <p:sp>
        <p:nvSpPr>
          <p:cNvPr id="6" name="Title 1">
            <a:extLst xmlns:a="http://schemas.openxmlformats.org/drawingml/2006/main">
              <a:ext uri="{FF2B5EF4-FFF2-40B4-BE49-F238E27FC236}">
                <a16:creationId xmlns:a16="http://schemas.microsoft.com/office/drawing/2014/main" id="{162BE5D7-9E35-49F8-A8E4-2093183A6404}"/>
              </a:ext>
            </a:extLst>
          </p:cNvPr>
          <p:cNvSpPr>
            <a:spLocks xmlns:a="http://schemas.openxmlformats.org/drawingml/2006/main" noGrp="1"/>
          </p:cNvSpPr>
          <p:nvPr>
            <p:ph type="title" idx="0"/>
          </p:nvPr>
        </p:nvSpPr>
        <p:spPr>
          <a:xfrm xmlns:a="http://schemas.openxmlformats.org/drawingml/2006/main">
            <a:off x="4149139" y="1529685"/>
            <a:ext cx="3924934" cy="1695637"/>
          </a:xfrm>
          <a:prstGeom xmlns:a="http://schemas.openxmlformats.org/drawingml/2006/main" prst="rect">
            <a:avLst/>
          </a:prstGeom>
        </p:spPr>
        <p:txBody>
          <a:bodyPr xmlns:a="http://schemas.openxmlformats.org/drawingml/2006/main"/>
          <a:lstStyle xmlns:a="http://schemas.openxmlformats.org/drawingml/2006/main">
            <a:lvl1pPr>
              <a:spcBef>
                <a:spcPts val="1000"/>
              </a:spcBef>
              <a:buNone/>
              <a:defRPr sz="4800" b="1">
                <a:solidFill>
                  <a:schemeClr val="bg1"/>
                </a:solidFill>
              </a:defRPr>
            </a:lvl1pPr>
          </a:lstStyle>
          <a:p xmlns:a="http://schemas.openxmlformats.org/drawingml/2006/main">
            <a:r>
              <a:t>Click to edit Master title style</a:t>
            </a:r>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93a608223ec4510" /><Relationship Type="http://schemas.openxmlformats.org/officeDocument/2006/relationships/slideLayout" Target="/ppt/slideLayouts/slideLayout1.xml" Id="R7bc56180111c4948" /><Relationship Type="http://schemas.openxmlformats.org/officeDocument/2006/relationships/slideLayout" Target="/ppt/slideLayouts/slideLayout2.xml" Id="R09d28138088943b4" /><Relationship Type="http://schemas.openxmlformats.org/officeDocument/2006/relationships/slideLayout" Target="/ppt/slideLayouts/slideLayout3.xml" Id="R85299d512a4c4e62" /><Relationship Type="http://schemas.openxmlformats.org/officeDocument/2006/relationships/slideLayout" Target="/ppt/slideLayouts/slideLayout4.xml" Id="R9e3277a5e1354c5d" /><Relationship Type="http://schemas.openxmlformats.org/officeDocument/2006/relationships/slideLayout" Target="/ppt/slideLayouts/slideLayout5.xml" Id="R637a88cf88eb430e" /><Relationship Type="http://schemas.openxmlformats.org/officeDocument/2006/relationships/slideLayout" Target="/ppt/slideLayouts/slideLayout6.xml" Id="R1d8d3ce5e47140f6" /><Relationship Type="http://schemas.openxmlformats.org/officeDocument/2006/relationships/slideLayout" Target="/ppt/slideLayouts/slideLayout7.xml" Id="R886e2717eddc4e6b" /><Relationship Type="http://schemas.openxmlformats.org/officeDocument/2006/relationships/slideLayout" Target="/ppt/slideLayouts/slideLayout8.xml" Id="Rd8915f3ffa4243a7" /><Relationship Type="http://schemas.openxmlformats.org/officeDocument/2006/relationships/slideLayout" Target="/ppt/slideLayouts/slideLayout9.xml" Id="Ra73f73366d5e4996" /><Relationship Type="http://schemas.openxmlformats.org/officeDocument/2006/relationships/slideLayout" Target="/ppt/slideLayouts/slideLayout10.xml" Id="R7cab766e13394b56" /><Relationship Type="http://schemas.openxmlformats.org/officeDocument/2006/relationships/slideLayout" Target="/ppt/slideLayouts/slideLayout11.xml" Id="Rffa9ce0777f3465f" /><Relationship Type="http://schemas.openxmlformats.org/officeDocument/2006/relationships/slideLayout" Target="/ppt/slideLayouts/slideLayout12.xml" Id="Rf3d762fc70ab4711" /><Relationship Type="http://schemas.openxmlformats.org/officeDocument/2006/relationships/slideLayout" Target="/ppt/slideLayouts/slideLayout13.xml" Id="R3c50c2a6d3a44a38" /><Relationship Type="http://schemas.openxmlformats.org/officeDocument/2006/relationships/slideLayout" Target="/ppt/slideLayouts/slideLayout14.xml" Id="Rfbb910b052494328" /><Relationship Type="http://schemas.openxmlformats.org/officeDocument/2006/relationships/slideLayout" Target="/ppt/slideLayouts/slideLayout15.xml" Id="R3e4afd22053a44e1" /><Relationship Type="http://schemas.openxmlformats.org/officeDocument/2006/relationships/slideLayout" Target="/ppt/slideLayouts/slideLayout16.xml" Id="R35127005365241e3" /><Relationship Type="http://schemas.openxmlformats.org/officeDocument/2006/relationships/slideLayout" Target="/ppt/slideLayouts/slideLayout17.xml" Id="R97c56211f0354688" /><Relationship Type="http://schemas.openxmlformats.org/officeDocument/2006/relationships/slideLayout" Target="/ppt/slideLayouts/slideLayout18.xml" Id="R43253a02cc92461b" /><Relationship Type="http://schemas.openxmlformats.org/officeDocument/2006/relationships/slideLayout" Target="/ppt/slideLayouts/slideLayout19.xml" Id="Re9f4d375649f4477" /><Relationship Type="http://schemas.openxmlformats.org/officeDocument/2006/relationships/slideLayout" Target="/ppt/slideLayouts/slideLayout20.xml" Id="R54ef078f29c74eca" /><Relationship Type="http://schemas.openxmlformats.org/officeDocument/2006/relationships/slideLayout" Target="/ppt/slideLayouts/slideLayout21.xml" Id="Ra72eba68b79445c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0" name="Straight Connector 19">
            <a:extLst xmlns:a="http://schemas.openxmlformats.org/drawingml/2006/main">
              <a:ext uri="{FF2B5EF4-FFF2-40B4-BE49-F238E27FC236}">
                <a16:creationId xmlns:a16="http://schemas.microsoft.com/office/drawing/2014/main" id="{0267418F-06B0-43CA-87D2-B327AEC2DB38}"/>
              </a:ext>
            </a:extLst>
          </p:cNvPr>
          <p:cNvSpPr>
            <a:spLocks xmlns:a="http://schemas.openxmlformats.org/drawingml/2006/main" noGrp="1"/>
          </p:cNvSpPr>
          <p:nvPr/>
        </p:nvSpPr>
        <p:spPr>
          <a:xfrm xmlns:a="http://schemas.openxmlformats.org/drawingml/2006/main" rot="0" flipH="0" flipV="0">
            <a:off x="9371012" y="0"/>
            <a:ext cx="1219200" cy="6858000"/>
          </a:xfrm>
          <a:prstGeom xmlns:a="http://schemas.openxmlformats.org/drawingml/2006/main" prst="line">
            <a:avLst/>
          </a:prstGeom>
          <a:ln xmlns:a="http://schemas.openxmlformats.org/drawingml/2006/main" w="9525">
            <a:solidFill>
              <a:schemeClr val="accent1">
                <a:alpha val="7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Straight Connector 20">
            <a:extLst xmlns:a="http://schemas.openxmlformats.org/drawingml/2006/main">
              <a:ext uri="{FF2B5EF4-FFF2-40B4-BE49-F238E27FC236}">
                <a16:creationId xmlns:a16="http://schemas.microsoft.com/office/drawing/2014/main" id="{48B19042-276E-45A3-9AF8-27C4CEBC211A}"/>
              </a:ext>
            </a:extLst>
          </p:cNvPr>
          <p:cNvSpPr>
            <a:spLocks xmlns:a="http://schemas.openxmlformats.org/drawingml/2006/main" noGrp="1"/>
          </p:cNvSpPr>
          <p:nvPr/>
        </p:nvSpPr>
        <p:spPr>
          <a:xfrm xmlns:a="http://schemas.openxmlformats.org/drawingml/2006/main" rot="0" flipH="1" flipV="0">
            <a:off x="7425267" y="3681413"/>
            <a:ext cx="4763558" cy="3176587"/>
          </a:xfrm>
          <a:prstGeom xmlns:a="http://schemas.openxmlformats.org/drawingml/2006/main" prst="line">
            <a:avLst/>
          </a:prstGeom>
          <a:ln xmlns:a="http://schemas.openxmlformats.org/drawingml/2006/main" w="9525">
            <a:solidFill>
              <a:schemeClr val="accent1">
                <a:alpha val="70000"/>
              </a:schemeClr>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2" name="Rectangle 23">
            <a:extLst xmlns:a="http://schemas.openxmlformats.org/drawingml/2006/main">
              <a:ext uri="{FF2B5EF4-FFF2-40B4-BE49-F238E27FC236}">
                <a16:creationId xmlns:a16="http://schemas.microsoft.com/office/drawing/2014/main" id="{F4889B89-21FA-4EF1-BA19-30C0BD499694}"/>
              </a:ext>
            </a:extLst>
          </p:cNvPr>
          <p:cNvSpPr>
            <a:spLocks xmlns:a="http://schemas.openxmlformats.org/drawingml/2006/main" noGrp="1"/>
          </p:cNvSpPr>
          <p:nvPr/>
        </p:nvSpPr>
        <p:spPr>
          <a:xfrm xmlns:a="http://schemas.openxmlformats.org/drawingml/2006/main" rot="0" flipH="0" flipV="0">
            <a:off x="9181476" y="-8467"/>
            <a:ext cx="3007349" cy="6866467"/>
          </a:xfrm>
          <a:custGeom xmlns:a="http://schemas.openxmlformats.org/drawingml/2006/main">
            <a:rect l="l" t="t" r="r" b="b"/>
            <a:pathLst>
              <a:path w="3007349" h="6866467">
                <a:moveTo>
                  <a:pt x="2045532" y="0"/>
                </a:moveTo>
                <a:lnTo>
                  <a:pt x="3007349" y="0"/>
                </a:lnTo>
                <a:lnTo>
                  <a:pt x="3007349" y="6866467"/>
                </a:lnTo>
                <a:lnTo>
                  <a:pt x="0" y="6866467"/>
                </a:lnTo>
                <a:lnTo>
                  <a:pt x="2045532" y="0"/>
                </a:lnTo>
                <a:close/>
              </a:path>
            </a:pathLst>
          </a:custGeom>
          <a:solidFill xmlns:a="http://schemas.openxmlformats.org/drawingml/2006/main">
            <a:schemeClr val="accent1">
              <a:alpha val="3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3" name="Rectangle 25">
            <a:extLst xmlns:a="http://schemas.openxmlformats.org/drawingml/2006/main">
              <a:ext uri="{FF2B5EF4-FFF2-40B4-BE49-F238E27FC236}">
                <a16:creationId xmlns:a16="http://schemas.microsoft.com/office/drawing/2014/main" id="{23CD8098-45CD-4C00-B040-5F546F594AF6}"/>
              </a:ext>
            </a:extLst>
          </p:cNvPr>
          <p:cNvSpPr>
            <a:spLocks xmlns:a="http://schemas.openxmlformats.org/drawingml/2006/main" noGrp="1"/>
          </p:cNvSpPr>
          <p:nvPr/>
        </p:nvSpPr>
        <p:spPr>
          <a:xfrm xmlns:a="http://schemas.openxmlformats.org/drawingml/2006/main" rot="0" flipH="0" flipV="0">
            <a:off x="9603442" y="-8467"/>
            <a:ext cx="2588558" cy="6866467"/>
          </a:xfrm>
          <a:custGeom xmlns:a="http://schemas.openxmlformats.org/drawingml/2006/main">
            <a:rect l="l" t="t" r="r" b="b"/>
            <a:pathLst>
              <a:path w="2573311" h="6866467">
                <a:moveTo>
                  <a:pt x="0" y="0"/>
                </a:moveTo>
                <a:lnTo>
                  <a:pt x="2573311" y="0"/>
                </a:lnTo>
                <a:lnTo>
                  <a:pt x="2573311" y="6866467"/>
                </a:lnTo>
                <a:lnTo>
                  <a:pt x="1202336" y="6866467"/>
                </a:lnTo>
                <a:lnTo>
                  <a:pt x="0" y="0"/>
                </a:lnTo>
                <a:close/>
              </a:path>
            </a:pathLst>
          </a:custGeom>
          <a:solidFill xmlns:a="http://schemas.openxmlformats.org/drawingml/2006/main">
            <a:schemeClr val="accent1">
              <a:alpha val="2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4" name="Isosceles Triangle 23">
            <a:extLst xmlns:a="http://schemas.openxmlformats.org/drawingml/2006/main">
              <a:ext uri="{FF2B5EF4-FFF2-40B4-BE49-F238E27FC236}">
                <a16:creationId xmlns:a16="http://schemas.microsoft.com/office/drawing/2014/main" id="{62C6C739-A4D6-4145-869C-2C3F1AE5329C}"/>
              </a:ext>
            </a:extLst>
          </p:cNvPr>
          <p:cNvSpPr>
            <a:spLocks xmlns:a="http://schemas.openxmlformats.org/drawingml/2006/main" noGrp="1"/>
          </p:cNvSpPr>
          <p:nvPr/>
        </p:nvSpPr>
        <p:spPr>
          <a:xfrm xmlns:a="http://schemas.openxmlformats.org/drawingml/2006/main" rot="0" flipH="0" flipV="0">
            <a:off x="8932333" y="3048000"/>
            <a:ext cx="3259667" cy="3810000"/>
          </a:xfrm>
          <a:prstGeom xmlns:a="http://schemas.openxmlformats.org/drawingml/2006/main" prst="triangle">
            <a:avLst>
              <a:gd name="adj" fmla="val 100000"/>
            </a:avLst>
          </a:prstGeom>
          <a:solidFill xmlns:a="http://schemas.openxmlformats.org/drawingml/2006/main">
            <a:schemeClr val="accent1">
              <a:lumMod val="75000"/>
              <a:alpha val="6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5" name="Rectangle 27">
            <a:extLst xmlns:a="http://schemas.openxmlformats.org/drawingml/2006/main">
              <a:ext uri="{FF2B5EF4-FFF2-40B4-BE49-F238E27FC236}">
                <a16:creationId xmlns:a16="http://schemas.microsoft.com/office/drawing/2014/main" id="{E87553FC-3E9F-48D8-91BC-862B9B5A1437}"/>
              </a:ext>
            </a:extLst>
          </p:cNvPr>
          <p:cNvSpPr>
            <a:spLocks xmlns:a="http://schemas.openxmlformats.org/drawingml/2006/main" noGrp="1"/>
          </p:cNvSpPr>
          <p:nvPr/>
        </p:nvSpPr>
        <p:spPr>
          <a:xfrm xmlns:a="http://schemas.openxmlformats.org/drawingml/2006/main" rot="0" flipH="0" flipV="0">
            <a:off x="9334500" y="-8467"/>
            <a:ext cx="2854326" cy="6866467"/>
          </a:xfrm>
          <a:custGeom xmlns:a="http://schemas.openxmlformats.org/drawingml/2006/main">
            <a:rect l="l" t="t" r="r" b="b"/>
            <a:pathLst>
              <a:path w="2858013" h="6866467">
                <a:moveTo>
                  <a:pt x="0" y="0"/>
                </a:moveTo>
                <a:lnTo>
                  <a:pt x="2858013" y="0"/>
                </a:lnTo>
                <a:lnTo>
                  <a:pt x="2858013" y="6866467"/>
                </a:lnTo>
                <a:lnTo>
                  <a:pt x="2473942" y="6866467"/>
                </a:lnTo>
                <a:lnTo>
                  <a:pt x="0" y="0"/>
                </a:lnTo>
                <a:close/>
              </a:path>
            </a:pathLst>
          </a:custGeom>
          <a:solidFill xmlns:a="http://schemas.openxmlformats.org/drawingml/2006/main">
            <a:schemeClr val="accent1">
              <a:lumMod val="75000"/>
              <a:alpha val="5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6" name="Rectangle 28">
            <a:extLst xmlns:a="http://schemas.openxmlformats.org/drawingml/2006/main">
              <a:ext uri="{FF2B5EF4-FFF2-40B4-BE49-F238E27FC236}">
                <a16:creationId xmlns:a16="http://schemas.microsoft.com/office/drawing/2014/main" id="{28C496D1-32D8-40A6-8B7F-4F98A68B8D7D}"/>
              </a:ext>
            </a:extLst>
          </p:cNvPr>
          <p:cNvSpPr>
            <a:spLocks xmlns:a="http://schemas.openxmlformats.org/drawingml/2006/main" noGrp="1"/>
          </p:cNvSpPr>
          <p:nvPr/>
        </p:nvSpPr>
        <p:spPr>
          <a:xfrm xmlns:a="http://schemas.openxmlformats.org/drawingml/2006/main" rot="0" flipH="0" flipV="0">
            <a:off x="10898730" y="-8467"/>
            <a:ext cx="1290094" cy="6866467"/>
          </a:xfrm>
          <a:custGeom xmlns:a="http://schemas.openxmlformats.org/drawingml/2006/main">
            <a:rect l="l" t="t" r="r" b="b"/>
            <a:pathLst>
              <a:path w="1290094" h="6858000">
                <a:moveTo>
                  <a:pt x="1019735" y="0"/>
                </a:moveTo>
                <a:lnTo>
                  <a:pt x="1290094" y="0"/>
                </a:lnTo>
                <a:lnTo>
                  <a:pt x="1290094" y="6858000"/>
                </a:lnTo>
                <a:lnTo>
                  <a:pt x="0" y="6858000"/>
                </a:lnTo>
                <a:lnTo>
                  <a:pt x="1019735" y="0"/>
                </a:lnTo>
                <a:close/>
              </a:path>
            </a:pathLst>
          </a:custGeom>
          <a:solidFill xmlns:a="http://schemas.openxmlformats.org/drawingml/2006/main">
            <a:schemeClr val="accent2">
              <a:alpha val="7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7" name="Rectangle 29">
            <a:extLst xmlns:a="http://schemas.openxmlformats.org/drawingml/2006/main">
              <a:ext uri="{FF2B5EF4-FFF2-40B4-BE49-F238E27FC236}">
                <a16:creationId xmlns:a16="http://schemas.microsoft.com/office/drawing/2014/main" id="{D376BD18-FF4C-4617-AEB9-6237AEBA3EF2}"/>
              </a:ext>
            </a:extLst>
          </p:cNvPr>
          <p:cNvSpPr>
            <a:spLocks xmlns:a="http://schemas.openxmlformats.org/drawingml/2006/main" noGrp="1"/>
          </p:cNvSpPr>
          <p:nvPr/>
        </p:nvSpPr>
        <p:spPr>
          <a:xfrm xmlns:a="http://schemas.openxmlformats.org/drawingml/2006/main" rot="0" flipH="0" flipV="0">
            <a:off x="10938999" y="-8467"/>
            <a:ext cx="1249825" cy="6866467"/>
          </a:xfrm>
          <a:custGeom xmlns:a="http://schemas.openxmlformats.org/drawingml/2006/main">
            <a:rect l="l" t="t" r="r" b="b"/>
            <a:pathLst>
              <a:path w="1249825" h="6858000">
                <a:moveTo>
                  <a:pt x="0" y="0"/>
                </a:moveTo>
                <a:lnTo>
                  <a:pt x="1249825" y="0"/>
                </a:lnTo>
                <a:lnTo>
                  <a:pt x="1249825" y="6858000"/>
                </a:lnTo>
                <a:lnTo>
                  <a:pt x="1109382" y="6858000"/>
                </a:lnTo>
                <a:lnTo>
                  <a:pt x="0" y="0"/>
                </a:lnTo>
                <a:close/>
              </a:path>
            </a:pathLst>
          </a:custGeom>
          <a:solidFill xmlns:a="http://schemas.openxmlformats.org/drawingml/2006/main">
            <a:schemeClr val="accent2">
              <a:lumMod val="75000"/>
              <a:alpha val="8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8" name="Isosceles Triangle 27">
            <a:extLst xmlns:a="http://schemas.openxmlformats.org/drawingml/2006/main">
              <a:ext uri="{FF2B5EF4-FFF2-40B4-BE49-F238E27FC236}">
                <a16:creationId xmlns:a16="http://schemas.microsoft.com/office/drawing/2014/main" id="{50A04A0B-D711-4E61-B11E-1D6549AB47EB}"/>
              </a:ext>
            </a:extLst>
          </p:cNvPr>
          <p:cNvSpPr>
            <a:spLocks xmlns:a="http://schemas.openxmlformats.org/drawingml/2006/main" noGrp="1"/>
          </p:cNvSpPr>
          <p:nvPr/>
        </p:nvSpPr>
        <p:spPr>
          <a:xfrm xmlns:a="http://schemas.openxmlformats.org/drawingml/2006/main" rot="0" flipH="0" flipV="0">
            <a:off x="10371666" y="3589867"/>
            <a:ext cx="1817159" cy="3268133"/>
          </a:xfrm>
          <a:prstGeom xmlns:a="http://schemas.openxmlformats.org/drawingml/2006/main" prst="triangle">
            <a:avLst>
              <a:gd name="adj" fmla="val 100000"/>
            </a:avLst>
          </a:prstGeom>
          <a:solidFill xmlns:a="http://schemas.openxmlformats.org/drawingml/2006/main">
            <a:schemeClr val="accent1">
              <a:lumMod val="75000"/>
              <a:alpha val="66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19" name="Isosceles Triangle 18">
            <a:extLst xmlns:a="http://schemas.openxmlformats.org/drawingml/2006/main">
              <a:ext uri="{FF2B5EF4-FFF2-40B4-BE49-F238E27FC236}">
                <a16:creationId xmlns:a16="http://schemas.microsoft.com/office/drawing/2014/main" id="{779B663B-09B2-4D79-BB90-E7F3D436BCB1}"/>
              </a:ext>
            </a:extLst>
          </p:cNvPr>
          <p:cNvSpPr>
            <a:spLocks xmlns:a="http://schemas.openxmlformats.org/drawingml/2006/main" noGrp="1"/>
          </p:cNvSpPr>
          <p:nvPr/>
        </p:nvSpPr>
        <p:spPr>
          <a:xfrm xmlns:a="http://schemas.openxmlformats.org/drawingml/2006/main" rot="0" flipH="0" flipV="0">
            <a:off x="0" y="4013200"/>
            <a:ext cx="448733" cy="2844800"/>
          </a:xfrm>
          <a:prstGeom xmlns:a="http://schemas.openxmlformats.org/drawingml/2006/main" prst="triangle">
            <a:avLst>
              <a:gd name="adj" fmla="val 0"/>
            </a:avLst>
          </a:prstGeom>
          <a:solidFill xmlns:a="http://schemas.openxmlformats.org/drawingml/2006/main">
            <a:schemeClr val="accent1">
              <a:alpha val="70000"/>
            </a:schemeClr>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sp>
      <p:sp>
        <p:nvSpPr>
          <p:cNvPr id="2" name="Title Placeholder 1">
            <a:extLst xmlns:a="http://schemas.openxmlformats.org/drawingml/2006/main">
              <a:ext uri="{FF2B5EF4-FFF2-40B4-BE49-F238E27FC236}">
                <a16:creationId xmlns:a16="http://schemas.microsoft.com/office/drawing/2014/main" id="{4E3A6672-9433-434A-9516-064AED57FE84}"/>
              </a:ext>
            </a:extLst>
          </p:cNvPr>
          <p:cNvSpPr>
            <a:spLocks xmlns:a="http://schemas.openxmlformats.org/drawingml/2006/main" noGrp="1"/>
          </p:cNvSpPr>
          <p:nvPr>
            <p:ph type="title" idx="0"/>
          </p:nvPr>
        </p:nvSpPr>
        <p:spPr>
          <a:xfrm xmlns:a="http://schemas.openxmlformats.org/drawingml/2006/main">
            <a:off x="677334" y="609600"/>
            <a:ext cx="8596668" cy="1320800"/>
          </a:xfrm>
          <a:prstGeom xmlns:a="http://schemas.openxmlformats.org/drawingml/2006/main" prst="rect">
            <a:avLst/>
          </a:prstGeom>
        </p:spPr>
        <p:txBody>
          <a:bodyPr xmlns:a="http://schemas.openxmlformats.org/drawingml/2006/main" vert="horz" lIns="91440" tIns="45720" rIns="91440" bIns="45720" anchor="t">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46931DB-1F6C-48E1-8C83-9952C7978877}"/>
              </a:ext>
            </a:extLst>
          </p:cNvPr>
          <p:cNvSpPr>
            <a:spLocks xmlns:a="http://schemas.openxmlformats.org/drawingml/2006/main" noGrp="1"/>
          </p:cNvSpPr>
          <p:nvPr>
            <p:ph type="body" idx="1"/>
          </p:nvPr>
        </p:nvSpPr>
        <p:spPr>
          <a:xfrm xmlns:a="http://schemas.openxmlformats.org/drawingml/2006/main">
            <a:off x="677334" y="2160589"/>
            <a:ext cx="8596668" cy="388077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F9356E3C-9CAC-43C7-9F95-6C19758C9F8E}"/>
              </a:ext>
            </a:extLst>
          </p:cNvPr>
          <p:cNvSpPr>
            <a:spLocks xmlns:a="http://schemas.openxmlformats.org/drawingml/2006/main" noGrp="1"/>
          </p:cNvSpPr>
          <p:nvPr>
            <p:ph type="dt" idx="2"/>
          </p:nvPr>
        </p:nvSpPr>
        <p:spPr>
          <a:xfrm xmlns:a="http://schemas.openxmlformats.org/drawingml/2006/main">
            <a:off x="7205133" y="6041362"/>
            <a:ext cx="91193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tx1">
                    <a:tint val="75000"/>
                  </a:schemeClr>
                </a:solidFill>
              </a:defRPr>
            </a:lvl1pPr>
          </a:lstStyle>
          <a:p xmlns:a="http://schemas.openxmlformats.org/drawingml/2006/main">
            <a:fld id="{B61BEF0D-F0BB-DE4B-95CE-6DB70DBA9567}" type="datetimeFigureOut">
              <a:t>9/3/2026</a:t>
            </a:fld>
            <a:endParaRPr/>
          </a:p>
        </p:txBody>
      </p:sp>
      <p:sp>
        <p:nvSpPr>
          <p:cNvPr id="5" name="Footer Placeholder 4">
            <a:extLst xmlns:a="http://schemas.openxmlformats.org/drawingml/2006/main">
              <a:ext uri="{FF2B5EF4-FFF2-40B4-BE49-F238E27FC236}">
                <a16:creationId xmlns:a16="http://schemas.microsoft.com/office/drawing/2014/main" id="{00D14983-E854-47BB-80E5-8FDCE716902E}"/>
              </a:ext>
            </a:extLst>
          </p:cNvPr>
          <p:cNvSpPr>
            <a:spLocks xmlns:a="http://schemas.openxmlformats.org/drawingml/2006/main" noGrp="1"/>
          </p:cNvSpPr>
          <p:nvPr>
            <p:ph type="ftr" idx="3"/>
          </p:nvPr>
        </p:nvSpPr>
        <p:spPr>
          <a:xfrm xmlns:a="http://schemas.openxmlformats.org/drawingml/2006/main">
            <a:off x="677334" y="6041362"/>
            <a:ext cx="6297612"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9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D6AED81-745C-48BF-9A34-5F59E0FB9993}"/>
              </a:ext>
            </a:extLst>
          </p:cNvPr>
          <p:cNvSpPr>
            <a:spLocks xmlns:a="http://schemas.openxmlformats.org/drawingml/2006/main" noGrp="1"/>
          </p:cNvSpPr>
          <p:nvPr>
            <p:ph type="sldNum" idx="4"/>
          </p:nvPr>
        </p:nvSpPr>
        <p:spPr>
          <a:xfrm xmlns:a="http://schemas.openxmlformats.org/drawingml/2006/main">
            <a:off x="8590663" y="6041362"/>
            <a:ext cx="683339"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900">
                <a:solidFill>
                  <a:schemeClr val="accent1"/>
                </a:solidFill>
              </a:defRPr>
            </a:lvl1pPr>
          </a:lstStyle>
          <a:p xmlns:a="http://schemas.openxmlformats.org/drawingml/2006/main">
            <a:fld id="{D57F1E4F-1CFF-5643-939E-217C01CDF565}" type="slidenum">
              <a:t>‹#›</a:t>
            </a:fld>
            <a:endParaRPr/>
          </a:p>
        </p:txBody>
      </p:sp>
      <p:sp>
        <p:nvSpPr>
          <p:cNvPr id="18" name="Date Placeholder 3">
            <a:extLst xmlns:a="http://schemas.openxmlformats.org/drawingml/2006/main">
              <a:ext uri="{FF2B5EF4-FFF2-40B4-BE49-F238E27FC236}">
                <a16:creationId xmlns:a16="http://schemas.microsoft.com/office/drawing/2014/main" id="{2CD6B789-4B66-4BD0-9623-80E9542A65FE}"/>
              </a:ext>
            </a:extLst>
          </p:cNvPr>
          <p:cNvSpPr>
            <a:spLocks xmlns:a="http://schemas.openxmlformats.org/drawingml/2006/main" noGrp="1"/>
          </p:cNvSpPr>
          <p:nvPr/>
        </p:nvSpPr>
        <p:spPr>
          <a:xfrm xmlns:a="http://schemas.openxmlformats.org/drawingml/2006/main">
            <a:off x="660396" y="6378906"/>
            <a:ext cx="2743200" cy="365125"/>
          </a:xfrm>
          <a:prstGeom xmlns:a="http://schemas.openxmlformats.org/drawingml/2006/main" prst="rect">
            <a:avLst/>
          </a:prstGeom>
        </p:spPr>
        <p:txBody>
          <a:bodyPr xmlns:a="http://schemas.openxmlformats.org/drawingml/2006/main"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fld id="{57BD5F78-1C10-49D6-8616-C9F20406C112}" type="datetime1">
              <a:rPr sz="1100">
                <a:solidFill>
                  <a:schemeClr val="accent2"/>
                </a:solidFill>
              </a:rPr>
              <a:t>9/3/2026</a:t>
            </a:fld>
            <a:endParaRPr sz="1100">
              <a:solidFill>
                <a:schemeClr val="accent2"/>
              </a:solidFill>
            </a:endParaRPr>
          </a:p>
        </p:txBody>
      </p:sp>
      <p:sp>
        <p:nvSpPr>
          <p:cNvPr id="29" name="Footer Placeholder 4">
            <a:extLst xmlns:a="http://schemas.openxmlformats.org/drawingml/2006/main">
              <a:ext uri="{FF2B5EF4-FFF2-40B4-BE49-F238E27FC236}">
                <a16:creationId xmlns:a16="http://schemas.microsoft.com/office/drawing/2014/main" id="{A3BB5234-44A4-4506-BD19-5808475EBB7F}"/>
              </a:ext>
            </a:extLst>
          </p:cNvPr>
          <p:cNvSpPr>
            <a:spLocks xmlns:a="http://schemas.openxmlformats.org/drawingml/2006/main" noGrp="1"/>
          </p:cNvSpPr>
          <p:nvPr/>
        </p:nvSpPr>
        <p:spPr>
          <a:xfrm xmlns:a="http://schemas.openxmlformats.org/drawingml/2006/main">
            <a:off x="1445526" y="6378906"/>
            <a:ext cx="4114800" cy="365125"/>
          </a:xfrm>
          <a:prstGeom xmlns:a="http://schemas.openxmlformats.org/drawingml/2006/main" prst="rect">
            <a:avLst/>
          </a:prstGeom>
        </p:spPr>
        <p:txBody>
          <a:bodyPr xmlns:a="http://schemas.openxmlformats.org/drawingml/2006/main"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l">
              <a:buNone/>
            </a:pPr>
            <a:r>
              <a:rPr sz="1100" b="1">
                <a:solidFill>
                  <a:schemeClr val="accent2"/>
                </a:solidFill>
              </a:rPr>
              <a:t>Annual Review</a:t>
            </a:r>
          </a:p>
        </p:txBody>
      </p:sp>
      <p:sp>
        <p:nvSpPr>
          <p:cNvPr id="30" name="Slide Number Placeholder 5">
            <a:extLst xmlns:a="http://schemas.openxmlformats.org/drawingml/2006/main">
              <a:ext uri="{FF2B5EF4-FFF2-40B4-BE49-F238E27FC236}">
                <a16:creationId xmlns:a16="http://schemas.microsoft.com/office/drawing/2014/main" id="{68D89618-7EE9-46BF-BEAC-45E6F98ACA1A}"/>
              </a:ext>
            </a:extLst>
          </p:cNvPr>
          <p:cNvSpPr>
            <a:spLocks xmlns:a="http://schemas.openxmlformats.org/drawingml/2006/main" noGrp="1"/>
          </p:cNvSpPr>
          <p:nvPr/>
        </p:nvSpPr>
        <p:spPr>
          <a:xfrm xmlns:a="http://schemas.openxmlformats.org/drawingml/2006/main">
            <a:off x="8805338" y="6378906"/>
            <a:ext cx="2743200" cy="365125"/>
          </a:xfrm>
          <a:prstGeom xmlns:a="http://schemas.openxmlformats.org/drawingml/2006/main" prst="rect">
            <a:avLst/>
          </a:prstGeom>
        </p:spPr>
        <p:txBody>
          <a:bodyPr xmlns:a="http://schemas.openxmlformats.org/drawingml/2006/main" anchor="ctr"/>
          <a:lstStyle xmlns:a="http://schemas.openxmlformats.org/drawingml/2006/main">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xmlns:a="http://schemas.openxmlformats.org/drawingml/2006/main">
            <a:pPr algn="r">
              <a:buNone/>
            </a:pPr>
            <a:fld id="{2C18C1E5-FB55-42F5-BD6D-9CC153FCDBE6}" type="slidenum">
              <a:rPr sz="1100">
                <a:solidFill>
                  <a:schemeClr val="accent4"/>
                </a:solidFill>
              </a:rPr>
              <a:t>‹#›</a:t>
            </a:fld>
            <a:endParaRPr sz="1100">
              <a:solidFill>
                <a:schemeClr val="accent4"/>
              </a:solidFill>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c56180111c4948"/>
    <p:sldLayoutId xmlns:r="http://schemas.openxmlformats.org/officeDocument/2006/relationships" id="2147483650" r:id="R09d28138088943b4"/>
    <p:sldLayoutId xmlns:r="http://schemas.openxmlformats.org/officeDocument/2006/relationships" id="2147483651" r:id="R85299d512a4c4e62"/>
    <p:sldLayoutId xmlns:r="http://schemas.openxmlformats.org/officeDocument/2006/relationships" id="2147483652" r:id="R9e3277a5e1354c5d"/>
    <p:sldLayoutId xmlns:r="http://schemas.openxmlformats.org/officeDocument/2006/relationships" id="2147483653" r:id="R637a88cf88eb430e"/>
    <p:sldLayoutId xmlns:r="http://schemas.openxmlformats.org/officeDocument/2006/relationships" id="2147483654" r:id="R1d8d3ce5e47140f6"/>
    <p:sldLayoutId xmlns:r="http://schemas.openxmlformats.org/officeDocument/2006/relationships" id="2147483655" r:id="R886e2717eddc4e6b"/>
    <p:sldLayoutId xmlns:r="http://schemas.openxmlformats.org/officeDocument/2006/relationships" id="2147483656" r:id="Rd8915f3ffa4243a7"/>
    <p:sldLayoutId xmlns:r="http://schemas.openxmlformats.org/officeDocument/2006/relationships" id="2147483657" r:id="Ra73f73366d5e4996"/>
    <p:sldLayoutId xmlns:r="http://schemas.openxmlformats.org/officeDocument/2006/relationships" id="2147483658" r:id="R7cab766e13394b56"/>
    <p:sldLayoutId xmlns:r="http://schemas.openxmlformats.org/officeDocument/2006/relationships" id="2147483659" r:id="Rffa9ce0777f3465f"/>
    <p:sldLayoutId xmlns:r="http://schemas.openxmlformats.org/officeDocument/2006/relationships" id="2147483660" r:id="Rf3d762fc70ab4711"/>
    <p:sldLayoutId xmlns:r="http://schemas.openxmlformats.org/officeDocument/2006/relationships" id="2147483661" r:id="R3c50c2a6d3a44a38"/>
    <p:sldLayoutId xmlns:r="http://schemas.openxmlformats.org/officeDocument/2006/relationships" id="2147483662" r:id="Rfbb910b052494328"/>
    <p:sldLayoutId xmlns:r="http://schemas.openxmlformats.org/officeDocument/2006/relationships" id="2147483663" r:id="R3e4afd22053a44e1"/>
    <p:sldLayoutId xmlns:r="http://schemas.openxmlformats.org/officeDocument/2006/relationships" id="2147483664" r:id="R35127005365241e3"/>
    <p:sldLayoutId xmlns:r="http://schemas.openxmlformats.org/officeDocument/2006/relationships" id="2147483665" r:id="R97c56211f0354688"/>
    <p:sldLayoutId xmlns:r="http://schemas.openxmlformats.org/officeDocument/2006/relationships" id="2147483666" r:id="R43253a02cc92461b"/>
    <p:sldLayoutId xmlns:r="http://schemas.openxmlformats.org/officeDocument/2006/relationships" id="2147483667" r:id="Re9f4d375649f4477"/>
    <p:sldLayoutId xmlns:r="http://schemas.openxmlformats.org/officeDocument/2006/relationships" id="2147483668" r:id="R54ef078f29c74eca"/>
    <p:sldLayoutId xmlns:r="http://schemas.openxmlformats.org/officeDocument/2006/relationships" id="2147483669" r:id="Ra72eba68b79445ce"/>
  </p:sldLayoutIdLst>
  <p:hf hdr="0" ftr="0" dt="0"/>
  <p:txStyles>
    <p:titleStyle>
      <a:lvl1pPr xmlns:a="http://schemas.openxmlformats.org/drawingml/2006/main" algn="l" defTabSz="457200">
        <a:spcBef>
          <a:spcPct val="0"/>
        </a:spcBef>
        <a:buNone/>
        <a:defRPr sz="3600" kern="1200">
          <a:solidFill>
            <a:schemeClr val="accent1"/>
          </a:solidFill>
          <a:latin typeface="+mj-lt"/>
          <a:ea typeface="+mj-lt"/>
          <a:cs typeface="+mj-lt"/>
        </a:defRPr>
      </a:lvl1pPr>
      <a:lvl2pPr xmlns:a="http://schemas.openxmlformats.org/drawingml/2006/main">
        <a:buNone/>
        <a:defRPr>
          <a:solidFill>
            <a:schemeClr val="tx2"/>
          </a:solidFill>
        </a:defRPr>
      </a:lvl2pPr>
      <a:lvl3pPr xmlns:a="http://schemas.openxmlformats.org/drawingml/2006/main">
        <a:buNone/>
        <a:defRPr>
          <a:solidFill>
            <a:schemeClr val="tx2"/>
          </a:solidFill>
        </a:defRPr>
      </a:lvl3pPr>
      <a:lvl4pPr xmlns:a="http://schemas.openxmlformats.org/drawingml/2006/main">
        <a:buNone/>
        <a:defRPr>
          <a:solidFill>
            <a:schemeClr val="tx2"/>
          </a:solidFill>
        </a:defRPr>
      </a:lvl4pPr>
      <a:lvl5pPr xmlns:a="http://schemas.openxmlformats.org/drawingml/2006/main">
        <a:buNone/>
        <a:defRPr>
          <a:solidFill>
            <a:schemeClr val="tx2"/>
          </a:solidFill>
        </a:defRPr>
      </a:lvl5pPr>
      <a:lvl6pPr xmlns:a="http://schemas.openxmlformats.org/drawingml/2006/main">
        <a:buNone/>
        <a:defRPr>
          <a:solidFill>
            <a:schemeClr val="tx2"/>
          </a:solidFill>
        </a:defRPr>
      </a:lvl6pPr>
      <a:lvl7pPr xmlns:a="http://schemas.openxmlformats.org/drawingml/2006/main">
        <a:buNone/>
        <a:defRPr>
          <a:solidFill>
            <a:schemeClr val="tx2"/>
          </a:solidFill>
        </a:defRPr>
      </a:lvl7pPr>
      <a:lvl8pPr xmlns:a="http://schemas.openxmlformats.org/drawingml/2006/main">
        <a:buNone/>
        <a:defRPr>
          <a:solidFill>
            <a:schemeClr val="tx2"/>
          </a:solidFill>
        </a:defRPr>
      </a:lvl8pPr>
      <a:lvl9pPr xmlns:a="http://schemas.openxmlformats.org/drawingml/2006/main">
        <a:buNone/>
        <a:defRPr>
          <a:solidFill>
            <a:schemeClr val="tx2"/>
          </a:solidFill>
        </a:defRPr>
      </a:lvl9pPr>
    </p:titleStyle>
    <p:bodyStyle>
      <a:lvl1pPr xmlns:a="http://schemas.openxmlformats.org/drawingml/2006/main" marL="342900" indent="-342900" algn="l" defTabSz="457200">
        <a:spcBef>
          <a:spcPts val="1000"/>
        </a:spcBef>
        <a:spcAft>
          <a:spcPts val="0"/>
        </a:spcAft>
        <a:buClr>
          <a:schemeClr val="accent1"/>
        </a:buClr>
        <a:buSzPct val="80000"/>
        <a:buFont typeface="Wingdings 3"/>
        <a:buChar char=""/>
        <a:defRPr sz="1800" kern="1200">
          <a:solidFill>
            <a:schemeClr val="tx1">
              <a:lumMod val="75000"/>
              <a:lumOff val="25000"/>
            </a:schemeClr>
          </a:solidFill>
          <a:latin typeface="+mn-lt"/>
          <a:ea typeface="+mn-lt"/>
          <a:cs typeface="+mn-lt"/>
        </a:defRPr>
      </a:lvl1pPr>
      <a:lvl2pPr xmlns:a="http://schemas.openxmlformats.org/drawingml/2006/main"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xmlns:a="http://schemas.openxmlformats.org/drawingml/2006/main"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xmlns:a="http://schemas.openxmlformats.org/drawingml/2006/main"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xmlns:a="http://schemas.openxmlformats.org/drawingml/2006/main"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xmlns:a="http://schemas.openxmlformats.org/drawingml/2006/main"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xmlns:a="http://schemas.openxmlformats.org/drawingml/2006/main"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xmlns:a="http://schemas.openxmlformats.org/drawingml/2006/main"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xmlns:a="http://schemas.openxmlformats.org/drawingml/2006/main"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7.xml" Id="Rd3b37a3679ee4844" /><Relationship Type="http://schemas.openxmlformats.org/officeDocument/2006/relationships/image" Target="/ppt/media/image.jpeg" Id="Ref60ba3817a64d78" /><Relationship Type="http://schemas.openxmlformats.org/officeDocument/2006/relationships/notesSlide" Target="/ppt/notesSlides/notesSlide1.xml" Id="R0e8fef30bce848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9.xml" Id="Rd438ff6a4ee845b7" /><Relationship Type="http://schemas.openxmlformats.org/officeDocument/2006/relationships/image" Target="/ppt/media/image.png" Id="Ra76bcf190f5a49b3" /><Relationship Type="http://schemas.openxmlformats.org/officeDocument/2006/relationships/image" Target="/ppt/media/image.jpeg" Id="R6acd09dabc0946ec" /><Relationship Type="http://schemas.openxmlformats.org/officeDocument/2006/relationships/notesSlide" Target="/ppt/notesSlides/notesSlide2.xml" Id="Rc7a9954bc97d420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9.xml" Id="R1fd34a1be162471c" /><Relationship Type="http://schemas.openxmlformats.org/officeDocument/2006/relationships/image" Target="/ppt/media/image.jpeg" Id="Rf4ee21023ec94f72" /><Relationship Type="http://schemas.openxmlformats.org/officeDocument/2006/relationships/image" Target="/ppt/media/image2.png" Id="R142b217855814902" /><Relationship Type="http://schemas.openxmlformats.org/officeDocument/2006/relationships/notesSlide" Target="/ppt/notesSlides/notesSlide3.xml" Id="R1399a3c95e9848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9.xml" Id="R9863cac89d9648c5" /><Relationship Type="http://schemas.openxmlformats.org/officeDocument/2006/relationships/image" Target="/ppt/media/image3.png" Id="Rb64f882145ea455c" /><Relationship Type="http://schemas.openxmlformats.org/officeDocument/2006/relationships/notesSlide" Target="/ppt/notesSlides/notesSlide4.xml" Id="R8c35f5c369ce47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8.xml" Id="R3e6068ccba434199" /><Relationship Type="http://schemas.openxmlformats.org/officeDocument/2006/relationships/image" Target="/ppt/media/image2.png" Id="R8f0b379204b44193" /><Relationship Type="http://schemas.openxmlformats.org/officeDocument/2006/relationships/image" Target="/ppt/media/image4.png" Id="Ref357e01e14a4c2b" /><Relationship Type="http://schemas.openxmlformats.org/officeDocument/2006/relationships/notesSlide" Target="/ppt/notesSlides/notesSlide5.xml" Id="Rc3208fee98754e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9.xml" Id="Rf14489a267354123" /><Relationship Type="http://schemas.openxmlformats.org/officeDocument/2006/relationships/image" Target="/ppt/media/image.jpeg" Id="R1f91e8f3671e4e2e" /><Relationship Type="http://schemas.openxmlformats.org/officeDocument/2006/relationships/chart" Target="/ppt/slides/charts/chart1.xml" Id="R2e683ebfe7c446aa" /><Relationship Type="http://schemas.openxmlformats.org/officeDocument/2006/relationships/notesSlide" Target="/ppt/notesSlides/notesSlide6.xml" Id="R430a74eaa52240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9.xml" Id="Re4ca0ac5c7294212" /><Relationship Type="http://schemas.openxmlformats.org/officeDocument/2006/relationships/image" Target="/ppt/media/image.jpeg" Id="R71dee1675ec348dc" /><Relationship Type="http://schemas.openxmlformats.org/officeDocument/2006/relationships/chart" Target="/ppt/slides/charts/chart2.xml" Id="Ra69acd940437407c" /><Relationship Type="http://schemas.openxmlformats.org/officeDocument/2006/relationships/chart" Target="/ppt/slides/charts/chart3.xml" Id="R7fb32fd8ffea4239" /><Relationship Type="http://schemas.openxmlformats.org/officeDocument/2006/relationships/notesSlide" Target="/ppt/notesSlides/notesSlide7.xml" Id="Rec22df24ad6542f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9.xml" Id="R0a90d73cd3374015" /><Relationship Type="http://schemas.openxmlformats.org/officeDocument/2006/relationships/image" Target="/ppt/media/image.jpeg" Id="Re9ec24f855c34283" /><Relationship Type="http://schemas.openxmlformats.org/officeDocument/2006/relationships/chart" Target="/ppt/slides/charts/chart4.xml" Id="Race9f658faff46e9" /><Relationship Type="http://schemas.openxmlformats.org/officeDocument/2006/relationships/chart" Target="/ppt/slides/charts/chart5.xml" Id="R44916567a5b846a7" /><Relationship Type="http://schemas.openxmlformats.org/officeDocument/2006/relationships/notesSlide" Target="/ppt/notesSlides/notesSlide8.xml" Id="R931675a3a5f9442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9.xml" Id="Re982687ef97844f8" /><Relationship Type="http://schemas.openxmlformats.org/officeDocument/2006/relationships/image" Target="/ppt/media/image.jpeg" Id="R31ca1ba12a194112" /><Relationship Type="http://schemas.openxmlformats.org/officeDocument/2006/relationships/chart" Target="/ppt/slides/charts/chart6.xml" Id="R9172c79c5d3c420a" /><Relationship Type="http://schemas.openxmlformats.org/officeDocument/2006/relationships/notesSlide" Target="/ppt/notesSlides/notesSlide9.xml" Id="Rc3c82bc6e6f943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9.xml" Id="Raaa0533b24ad4e46" /><Relationship Type="http://schemas.openxmlformats.org/officeDocument/2006/relationships/image" Target="/ppt/media/image.jpeg" Id="R084620b4ab8f471c" /><Relationship Type="http://schemas.openxmlformats.org/officeDocument/2006/relationships/chart" Target="/ppt/slides/charts/chart7.xml" Id="R9f0ca14187674ba8" /><Relationship Type="http://schemas.openxmlformats.org/officeDocument/2006/relationships/chart" Target="/ppt/slides/charts/chart8.xml" Id="R1f63d3e5178545b7" /><Relationship Type="http://schemas.openxmlformats.org/officeDocument/2006/relationships/notesSlide" Target="/ppt/notesSlides/notesSlide10.xml" Id="Rb0bd43ba9eb04a4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9.xml" Id="R35d85136d93047dc" /><Relationship Type="http://schemas.openxmlformats.org/officeDocument/2006/relationships/image" Target="/ppt/media/image.jpeg" Id="R21cf43cc64ae4373" /><Relationship Type="http://schemas.openxmlformats.org/officeDocument/2006/relationships/notesSlide" Target="/ppt/notesSlides/notesSlide11.xml" Id="R78d48979bcb145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9.xml" Id="Re3e4db4e26724762" /><Relationship Type="http://schemas.openxmlformats.org/officeDocument/2006/relationships/image" Target="/ppt/media/image.jpeg" Id="R707a79041c324122" /><Relationship Type="http://schemas.openxmlformats.org/officeDocument/2006/relationships/notesSlide" Target="/ppt/notesSlides/notesSlide12.xml" Id="R1c47d219b42a4b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9.xml" Id="Rf540792ff26643e1" /><Relationship Type="http://schemas.openxmlformats.org/officeDocument/2006/relationships/image" Target="/ppt/media/image.jpeg" Id="Rda5b27e4637c4324" /><Relationship Type="http://schemas.openxmlformats.org/officeDocument/2006/relationships/notesSlide" Target="/ppt/notesSlides/notesSlide13.xml" Id="R0d25d8b469014b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0.xml" Id="R752d5c899c5c43d2" /><Relationship Type="http://schemas.openxmlformats.org/officeDocument/2006/relationships/image" Target="/ppt/media/image.jpeg" Id="R430d5ff998da4e98" /><Relationship Type="http://schemas.openxmlformats.org/officeDocument/2006/relationships/notesSlide" Target="/ppt/notesSlides/notesSlide14.xml" Id="Rffbe1ad20913444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Farm records</c:v>
          </c:tx>
          <c:spPr>
            <a:solidFill xmlns:a="http://schemas.openxmlformats.org/drawingml/2006/main">
              <a:srgbClr val="2E83C3"/>
            </a:solidFill>
          </c:spPr>
          <c:cat>
            <c:strRef>
              <c:f>'Chart Data'!$A$2:$A$4</c:f>
              <c:strCache>
                <c:ptCount val="3"/>
                <c:pt idx="0">
                  <c:v>Kharif</c:v>
                </c:pt>
                <c:pt idx="1">
                  <c:v>Rabi</c:v>
                </c:pt>
                <c:pt idx="2">
                  <c:v>Zaid</c:v>
                </c:pt>
              </c:strCache>
            </c:strRef>
          </c:cat>
          <c:val>
            <c:numRef>
              <c:f>'Chart Data'!$B$2:$B$4</c:f>
              <c:numCache>
                <c:formatCode>#,##0</c:formatCode>
                <c:ptCount val="3"/>
                <c:pt idx="0">
                  <c:v>1779</c:v>
                </c:pt>
                <c:pt idx="1">
                  <c:v>1627</c:v>
                </c:pt>
                <c:pt idx="2">
                  <c:v>594</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Average yield (t/ha)</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grouping val="clustered"/>
        <c:varyColors val="0"/>
        <c:ser>
          <c:idx val="0"/>
          <c:order val="0"/>
          <c:tx>
            <c:v>Yield</c:v>
          </c:tx>
          <c:spPr>
            <a:solidFill xmlns:a="http://schemas.openxmlformats.org/drawingml/2006/main">
              <a:srgbClr val="2E83C3"/>
            </a:solidFill>
          </c:spPr>
          <c:cat>
            <c:strRef>
              <c:f>'Chart Data'!$A$2:$A$4</c:f>
              <c:strCache>
                <c:ptCount val="3"/>
                <c:pt idx="0">
                  <c:v>Kharif</c:v>
                </c:pt>
                <c:pt idx="1">
                  <c:v>Rabi</c:v>
                </c:pt>
                <c:pt idx="2">
                  <c:v>Zaid</c:v>
                </c:pt>
              </c:strCache>
            </c:strRef>
          </c:cat>
          <c:val>
            <c:numRef>
              <c:f>'Chart Data'!$B$2:$B$4</c:f>
              <c:numCache>
                <c:formatCode>0.0</c:formatCode>
                <c:ptCount val="3"/>
                <c:pt idx="0">
                  <c:v>5.644</c:v>
                </c:pt>
                <c:pt idx="1">
                  <c:v>5.08</c:v>
                </c:pt>
                <c:pt idx="2">
                  <c:v>4.666</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6.5"/>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Water efficiency (t per 1,000 m³)</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grouping val="clustered"/>
        <c:varyColors val="0"/>
        <c:ser>
          <c:idx val="0"/>
          <c:order val="0"/>
          <c:tx>
            <c:v>Water efficiency</c:v>
          </c:tx>
          <c:spPr>
            <a:solidFill xmlns:a="http://schemas.openxmlformats.org/drawingml/2006/main">
              <a:srgbClr val="2E946B"/>
            </a:solidFill>
          </c:spPr>
          <c:cat>
            <c:strRef>
              <c:f>'Chart Data'!$A$2:$A$4</c:f>
              <c:strCache>
                <c:ptCount val="3"/>
                <c:pt idx="0">
                  <c:v>Kharif</c:v>
                </c:pt>
                <c:pt idx="1">
                  <c:v>Rabi</c:v>
                </c:pt>
                <c:pt idx="2">
                  <c:v>Zaid</c:v>
                </c:pt>
              </c:strCache>
            </c:strRef>
          </c:cat>
          <c:val>
            <c:numRef>
              <c:f>'Chart Data'!$B$2:$B$4</c:f>
              <c:numCache>
                <c:formatCode>0.0</c:formatCode>
                <c:ptCount val="3"/>
                <c:pt idx="0">
                  <c:v>5.892</c:v>
                </c:pt>
                <c:pt idx="1">
                  <c:v>5.186</c:v>
                </c:pt>
                <c:pt idx="2">
                  <c:v>4.413</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7"/>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Aggregate profit (INR million)</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grouping val="clustered"/>
        <c:varyColors val="1"/>
        <c:ser>
          <c:idx val="0"/>
          <c:order val="0"/>
          <c:tx>
            <c:v>Profit</c:v>
          </c:tx>
          <c:invertIfNegative val="0"/>
          <c:dPt>
            <c:idx val="0"/>
            <c:invertIfNegative val="0"/>
            <c:spPr>
              <a:solidFill xmlns:a="http://schemas.openxmlformats.org/drawingml/2006/main">
                <a:srgbClr val="2E946B"/>
              </a:solidFill>
            </c:spPr>
          </c:dPt>
          <c:dPt>
            <c:idx val="1"/>
            <c:invertIfNegative val="0"/>
            <c:spPr>
              <a:solidFill xmlns:a="http://schemas.openxmlformats.org/drawingml/2006/main">
                <a:srgbClr val="2E83C3"/>
              </a:solidFill>
            </c:spPr>
          </c:dPt>
          <c:dPt>
            <c:idx val="2"/>
            <c:invertIfNegative val="0"/>
            <c:spPr>
              <a:solidFill xmlns:a="http://schemas.openxmlformats.org/drawingml/2006/main">
                <a:srgbClr val="C94C4C"/>
              </a:solidFill>
            </c:spPr>
          </c:dPt>
          <c:cat>
            <c:strRef>
              <c:f>'Chart Data'!$A$2:$A$4</c:f>
              <c:strCache>
                <c:ptCount val="3"/>
                <c:pt idx="0">
                  <c:v>Kharif</c:v>
                </c:pt>
                <c:pt idx="1">
                  <c:v>Rabi</c:v>
                </c:pt>
                <c:pt idx="2">
                  <c:v>Zaid</c:v>
                </c:pt>
              </c:strCache>
            </c:strRef>
          </c:cat>
          <c:val>
            <c:numRef>
              <c:f>'Chart Data'!$B$2:$B$4</c:f>
              <c:numCache>
                <c:formatCode>0</c:formatCode>
                <c:ptCount val="3"/>
                <c:pt idx="0">
                  <c:v>318.29</c:v>
                </c:pt>
                <c:pt idx="1">
                  <c:v>142.67</c:v>
                </c:pt>
                <c:pt idx="2">
                  <c:v>-14.73</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350"/>
          <c:min val="-5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Profitable farms (%)</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bar"/>
        <c:grouping val="clustered"/>
        <c:varyColors val="0"/>
        <c:ser>
          <c:idx val="0"/>
          <c:order val="0"/>
          <c:tx>
            <c:v>Share profitable</c:v>
          </c:tx>
          <c:spPr>
            <a:solidFill xmlns:a="http://schemas.openxmlformats.org/drawingml/2006/main">
              <a:srgbClr val="E48A2A"/>
            </a:solidFill>
          </c:spPr>
          <c:cat>
            <c:strRef>
              <c:f>'Chart Data'!$A$2:$A$4</c:f>
              <c:strCache>
                <c:ptCount val="3"/>
                <c:pt idx="0">
                  <c:v>Kharif</c:v>
                </c:pt>
                <c:pt idx="1">
                  <c:v>Rabi</c:v>
                </c:pt>
                <c:pt idx="2">
                  <c:v>Zaid</c:v>
                </c:pt>
              </c:strCache>
            </c:strRef>
          </c:cat>
          <c:val>
            <c:numRef>
              <c:f>'Chart Data'!$B$2:$B$4</c:f>
              <c:numCache>
                <c:formatCode>General</c:formatCode>
                <c:ptCount val="3"/>
                <c:pt idx="0">
                  <c:v>57.8</c:v>
                </c:pt>
                <c:pt idx="1">
                  <c:v>48.9</c:v>
                </c:pt>
                <c:pt idx="2">
                  <c:v>35.5</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Average yield by crop and season (t/ha)</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col"/>
        <c:grouping val="clustered"/>
        <c:varyColors val="0"/>
        <c:ser>
          <c:idx val="0"/>
          <c:order val="0"/>
          <c:tx>
            <c:v>Kharif</c:v>
          </c:tx>
          <c:spPr>
            <a:solidFill xmlns:a="http://schemas.openxmlformats.org/drawingml/2006/main">
              <a:srgbClr val="2E83C3"/>
            </a:solidFill>
          </c:spPr>
          <c:cat>
            <c:strRef>
              <c:f>'Chart Data'!$A$2:$A$8</c:f>
              <c:strCache>
                <c:ptCount val="7"/>
                <c:pt idx="0">
                  <c:v>Chilli</c:v>
                </c:pt>
                <c:pt idx="1">
                  <c:v>Cotton</c:v>
                </c:pt>
                <c:pt idx="2">
                  <c:v>Groundnut</c:v>
                </c:pt>
                <c:pt idx="3">
                  <c:v>Maize</c:v>
                </c:pt>
                <c:pt idx="4">
                  <c:v>Pulses</c:v>
                </c:pt>
                <c:pt idx="5">
                  <c:v>Rice</c:v>
                </c:pt>
                <c:pt idx="6">
                  <c:v>Wheat</c:v>
                </c:pt>
              </c:strCache>
            </c:strRef>
          </c:cat>
          <c:val>
            <c:numRef>
              <c:f>'Chart Data'!$B$2:$B$8</c:f>
              <c:numCache>
                <c:formatCode>0.0</c:formatCode>
                <c:ptCount val="7"/>
                <c:pt idx="0">
                  <c:v>1.73</c:v>
                </c:pt>
                <c:pt idx="1">
                  <c:v>1.37</c:v>
                </c:pt>
                <c:pt idx="2">
                  <c:v>1.48</c:v>
                </c:pt>
                <c:pt idx="3">
                  <c:v>2.97</c:v>
                </c:pt>
                <c:pt idx="4">
                  <c:v>1.04</c:v>
                </c:pt>
                <c:pt idx="5">
                  <c:v>2.71</c:v>
                </c:pt>
                <c:pt idx="6">
                  <c:v>2.26</c:v>
                </c:pt>
              </c:numCache>
            </c:numRef>
          </c:val>
        </c:ser>
        <c:ser>
          <c:idx val="1"/>
          <c:order val="1"/>
          <c:tx>
            <c:v>Rabi</c:v>
          </c:tx>
          <c:spPr>
            <a:solidFill xmlns:a="http://schemas.openxmlformats.org/drawingml/2006/main">
              <a:srgbClr val="5FCBEF"/>
            </a:solidFill>
          </c:spPr>
          <c:cat>
            <c:strRef>
              <c:f>'Chart Data'!$C$2:$C$8</c:f>
              <c:strCache>
                <c:ptCount val="7"/>
                <c:pt idx="0">
                  <c:v>Chilli</c:v>
                </c:pt>
                <c:pt idx="1">
                  <c:v>Cotton</c:v>
                </c:pt>
                <c:pt idx="2">
                  <c:v>Groundnut</c:v>
                </c:pt>
                <c:pt idx="3">
                  <c:v>Maize</c:v>
                </c:pt>
                <c:pt idx="4">
                  <c:v>Pulses</c:v>
                </c:pt>
                <c:pt idx="5">
                  <c:v>Rice</c:v>
                </c:pt>
                <c:pt idx="6">
                  <c:v>Wheat</c:v>
                </c:pt>
              </c:strCache>
            </c:strRef>
          </c:cat>
          <c:val>
            <c:numRef>
              <c:f>'Chart Data'!$D$2:$D$8</c:f>
              <c:numCache>
                <c:formatCode>0.0</c:formatCode>
                <c:ptCount val="7"/>
                <c:pt idx="0">
                  <c:v>1.46</c:v>
                </c:pt>
                <c:pt idx="1">
                  <c:v>1.19</c:v>
                </c:pt>
                <c:pt idx="2">
                  <c:v>1.22</c:v>
                </c:pt>
                <c:pt idx="3">
                  <c:v>2.61</c:v>
                </c:pt>
                <c:pt idx="4">
                  <c:v>0.87</c:v>
                </c:pt>
                <c:pt idx="5">
                  <c:v>2.33</c:v>
                </c:pt>
                <c:pt idx="6">
                  <c:v>2.06</c:v>
                </c:pt>
              </c:numCache>
            </c:numRef>
          </c:val>
        </c:ser>
        <c:ser>
          <c:idx val="2"/>
          <c:order val="2"/>
          <c:tx>
            <c:v>Zaid</c:v>
          </c:tx>
          <c:spPr>
            <a:solidFill xmlns:a="http://schemas.openxmlformats.org/drawingml/2006/main">
              <a:srgbClr val="E48A2A"/>
            </a:solidFill>
          </c:spPr>
          <c:cat>
            <c:strRef>
              <c:f>'Chart Data'!$E$2:$E$8</c:f>
              <c:strCache>
                <c:ptCount val="7"/>
                <c:pt idx="0">
                  <c:v>Chilli</c:v>
                </c:pt>
                <c:pt idx="1">
                  <c:v>Cotton</c:v>
                </c:pt>
                <c:pt idx="2">
                  <c:v>Groundnut</c:v>
                </c:pt>
                <c:pt idx="3">
                  <c:v>Maize</c:v>
                </c:pt>
                <c:pt idx="4">
                  <c:v>Pulses</c:v>
                </c:pt>
                <c:pt idx="5">
                  <c:v>Rice</c:v>
                </c:pt>
                <c:pt idx="6">
                  <c:v>Wheat</c:v>
                </c:pt>
              </c:strCache>
            </c:strRef>
          </c:cat>
          <c:val>
            <c:numRef>
              <c:f>'Chart Data'!$F$2:$F$8</c:f>
              <c:numCache>
                <c:formatCode>0.0</c:formatCode>
                <c:ptCount val="7"/>
                <c:pt idx="0">
                  <c:v>1.18</c:v>
                </c:pt>
                <c:pt idx="1">
                  <c:v>0.95</c:v>
                </c:pt>
                <c:pt idx="2">
                  <c:v>1.04</c:v>
                </c:pt>
                <c:pt idx="3">
                  <c:v>2.3</c:v>
                </c:pt>
                <c:pt idx="4">
                  <c:v>0.65</c:v>
                </c:pt>
                <c:pt idx="5">
                  <c:v>1.9</c:v>
                </c:pt>
                <c:pt idx="6">
                  <c:v>1.75</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gapWidth val="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max val="3.5"/>
          <c:min val="0"/>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legend>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Average yield (t/ha)</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bar"/>
        <c:grouping val="clustered"/>
        <c:varyColors val="0"/>
        <c:ser>
          <c:idx val="0"/>
          <c:order val="0"/>
          <c:tx>
            <c:v>Yield</c:v>
          </c:tx>
          <c:spPr>
            <a:solidFill xmlns:a="http://schemas.openxmlformats.org/drawingml/2006/main">
              <a:srgbClr val="2E83C3"/>
            </a:solidFill>
          </c:spPr>
          <c:cat>
            <c:strRef>
              <c:f>'Chart Data'!$A$2:$A$5</c:f>
              <c:strCache>
                <c:ptCount val="4"/>
                <c:pt idx="0">
                  <c:v>Drip</c:v>
                </c:pt>
                <c:pt idx="1">
                  <c:v>Flood</c:v>
                </c:pt>
                <c:pt idx="2">
                  <c:v>Rainfed</c:v>
                </c:pt>
                <c:pt idx="3">
                  <c:v>Sprinkler</c:v>
                </c:pt>
              </c:strCache>
            </c:strRef>
          </c:cat>
          <c:val>
            <c:numRef>
              <c:f>'Chart Data'!$B$2:$B$5</c:f>
              <c:numCache>
                <c:formatCode>General</c:formatCode>
                <c:ptCount val="4"/>
                <c:pt idx="0">
                  <c:v>6.62</c:v>
                </c:pt>
                <c:pt idx="1">
                  <c:v>4.9</c:v>
                </c:pt>
                <c:pt idx="2">
                  <c:v>4.61</c:v>
                </c:pt>
                <c:pt idx="3">
                  <c:v>5.19</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a:latin typeface="DejaVu Sans"/>
                <a:ea typeface="DejaVu Sans"/>
                <a:cs typeface="DejaVu Sans"/>
              </a:rPr>
              <a:t>Water efficiency (t per 1,000 m³)</a:t>
            </a:r>
          </a:p>
        </c:rich>
      </c:tx>
      <c:overlay val="0"/>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title>
    <c:plotArea>
      <c:barChart>
        <c:barDir val="bar"/>
        <c:grouping val="clustered"/>
        <c:varyColors val="0"/>
        <c:ser>
          <c:idx val="0"/>
          <c:order val="0"/>
          <c:tx>
            <c:v>Efficiency</c:v>
          </c:tx>
          <c:spPr>
            <a:solidFill xmlns:a="http://schemas.openxmlformats.org/drawingml/2006/main">
              <a:srgbClr val="2E946B"/>
            </a:solidFill>
          </c:spPr>
          <c:cat>
            <c:strRef>
              <c:f>'Chart Data'!$A$2:$A$5</c:f>
              <c:strCache>
                <c:ptCount val="4"/>
                <c:pt idx="0">
                  <c:v>Drip</c:v>
                </c:pt>
                <c:pt idx="1">
                  <c:v>Flood</c:v>
                </c:pt>
                <c:pt idx="2">
                  <c:v>Rainfed</c:v>
                </c:pt>
                <c:pt idx="3">
                  <c:v>Sprinkler</c:v>
                </c:pt>
              </c:strCache>
            </c:strRef>
          </c:cat>
          <c:val>
            <c:numRef>
              <c:f>'Chart Data'!$B$2:$B$5</c:f>
              <c:numCache>
                <c:formatCode>General</c:formatCode>
                <c:ptCount val="4"/>
                <c:pt idx="0">
                  <c:v>6.27</c:v>
                </c:pt>
                <c:pt idx="1">
                  <c:v>3.44</c:v>
                </c:pt>
                <c:pt idx="2">
                  <c:v>7.56</c:v>
                </c:pt>
                <c:pt idx="3">
                  <c:v>4.67</c:v>
                </c:pt>
              </c:numCache>
            </c:numRef>
          </c:val>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Placeholder 1">
            <a:extLst xmlns:a="http://schemas.openxmlformats.org/drawingml/2006/main">
              <a:ext uri="{FF2B5EF4-FFF2-40B4-BE49-F238E27FC236}">
                <a16:creationId xmlns:a16="http://schemas.microsoft.com/office/drawing/2014/main" id="{7201737A-B873-4D1D-8A41-5ABF5184BC8F}"/>
              </a:ext>
            </a:extLst>
          </p:cNvPr>
          <p:cNvSpPr>
            <a:spLocks xmlns:a="http://schemas.openxmlformats.org/drawingml/2006/main" noGrp="1"/>
          </p:cNvSpPr>
          <p:nvPr>
            <p:ph type="body" idx="11"/>
          </p:nvPr>
        </p:nvSpPr>
        <p:spPr>
          <a:xfrm xmlns:a="http://schemas.openxmlformats.org/drawingml/2006/main">
            <a:off x="-223157" y="3583914"/>
            <a:ext cx="3400089" cy="861497"/>
          </a:xfrm>
        </p:spPr>
        <p:txBody>
          <a:bodyPr xmlns:a="http://schemas.openxmlformats.org/drawingml/2006/main" vert="horz" lIns="91440" tIns="45720" rIns="91440" bIns="45720" anchor="t">
            <a:normAutofit fontScale="100000"/>
          </a:bodyPr>
          <a:lstStyle xmlns:a="http://schemas.openxmlformats.org/drawingml/2006/main"/>
          <a:p xmlns:a="http://schemas.openxmlformats.org/drawingml/2006/main">
            <a:pPr algn="r">
              <a:buNone/>
            </a:pPr>
            <a:r>
              <a:rPr b="0">
                <a:solidFill>
                  <a:schemeClr val="tx1"/>
                </a:solidFill>
              </a:rPr>
              <a:t>[Student Name]</a:t>
            </a:r>
            <a:endParaRPr b="0">
              <a:solidFill>
                <a:schemeClr val="tx1"/>
              </a:solidFill>
            </a:endParaRPr>
          </a:p>
          <a:p xmlns:a="http://schemas.openxmlformats.org/drawingml/2006/main">
            <a:pPr algn="r">
              <a:buNone/>
            </a:pPr>
            <a:r>
              <a:rPr b="0">
                <a:solidFill>
                  <a:schemeClr val="tx1"/>
                </a:solidFill>
              </a:rPr>
              <a:t>[College Name]</a:t>
            </a:r>
            <a:endParaRPr b="0">
              <a:solidFill>
                <a:schemeClr val="tx1"/>
              </a:solidFill>
            </a:endParaRPr>
          </a:p>
        </p:txBody>
      </p:sp>
      <p:sp>
        <p:nvSpPr>
          <p:cNvPr id="4" name="Title 3">
            <a:extLst xmlns:a="http://schemas.openxmlformats.org/drawingml/2006/main">
              <a:ext uri="{FF2B5EF4-FFF2-40B4-BE49-F238E27FC236}">
                <a16:creationId xmlns:a16="http://schemas.microsoft.com/office/drawing/2014/main" id="{92056599-CDAA-4367-BEF8-31D6E32518C8}"/>
              </a:ext>
            </a:extLst>
          </p:cNvPr>
          <p:cNvSpPr>
            <a:spLocks xmlns:a="http://schemas.openxmlformats.org/drawingml/2006/main" noGrp="1"/>
          </p:cNvSpPr>
          <p:nvPr>
            <p:ph type="title" idx="0"/>
          </p:nvPr>
        </p:nvSpPr>
        <p:spPr>
          <a:xfrm xmlns:a="http://schemas.openxmlformats.org/drawingml/2006/main">
            <a:off x="678364" y="2844750"/>
            <a:ext cx="4998720" cy="743448"/>
          </a:xfrm>
        </p:spPr>
        <p:txBody>
          <a:bodyPr xmlns:a="http://schemas.openxmlformats.org/drawingml/2006/main">
            <a:normAutofit fontScale="66848"/>
          </a:bodyPr>
          <a:lstStyle xmlns:a="http://schemas.openxmlformats.org/drawingml/2006/main"/>
          <a:p xmlns:a="http://schemas.openxmlformats.org/drawingml/2006/main">
            <a:r>
              <a:rPr sz="3200"/>
              <a:t>Seasonal Agriculture Performance Analysis</a:t>
            </a:r>
            <a:endParaRPr sz="3200"/>
          </a:p>
        </p:txBody>
      </p:sp>
      <p:sp>
        <p:nvSpPr>
          <p:cNvPr id="15" name="Text Placeholder 1">
            <a:extLst xmlns:a="http://schemas.openxmlformats.org/drawingml/2006/main">
              <a:ext uri="{FF2B5EF4-FFF2-40B4-BE49-F238E27FC236}">
                <a16:creationId xmlns:a16="http://schemas.microsoft.com/office/drawing/2014/main" id="{824B8A32-9AB3-457E-82E1-C85D3203CE35}"/>
              </a:ext>
            </a:extLst>
          </p:cNvPr>
          <p:cNvSpPr>
            <a:spLocks xmlns:a="http://schemas.openxmlformats.org/drawingml/2006/main" noGrp="1"/>
          </p:cNvSpPr>
          <p:nvPr/>
        </p:nvSpPr>
        <p:spPr>
          <a:xfrm xmlns:a="http://schemas.openxmlformats.org/drawingml/2006/main">
            <a:off x="6400800" y="2794001"/>
            <a:ext cx="3312160" cy="861497"/>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l" defTabSz="457200">
              <a:spcBef>
                <a:spcPts val="1000"/>
              </a:spcBef>
              <a:spcAft>
                <a:spcPts val="0"/>
              </a:spcAft>
              <a:buClr>
                <a:schemeClr val="accent1"/>
              </a:buClr>
              <a:buSzPct val="80000"/>
              <a:buFont typeface="Wingdings 3"/>
              <a:buNone/>
              <a:defRPr sz="2000" b="1" kern="1200">
                <a:solidFill>
                  <a:schemeClr val="accent4"/>
                </a:solidFill>
                <a:latin typeface="+mj-lt"/>
                <a:ea typeface="+mj-lt"/>
                <a:cs typeface="+mj-lt"/>
              </a:defRPr>
            </a:lvl1pPr>
            <a:lvl2pPr marL="742950" indent="-285750" algn="l" defTabSz="457200">
              <a:spcBef>
                <a:spcPts val="1000"/>
              </a:spcBef>
              <a:spcAft>
                <a:spcPts val="0"/>
              </a:spcAft>
              <a:buClr>
                <a:schemeClr val="accent1"/>
              </a:buClr>
              <a:buSzPct val="80000"/>
              <a:buFont typeface="Wingdings 3"/>
              <a:buNone/>
              <a:defRPr sz="20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400"/>
          </a:p>
        </p:txBody>
      </p:sp>
      <p:pic>
        <p:nvPicPr>
          <p:cNvPr id="20"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ef60ba3817a64d78"/>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3" name="TextBox 2">
            <a:extLst xmlns:a="http://schemas.openxmlformats.org/drawingml/2006/main">
              <a:ext uri="{FF2B5EF4-FFF2-40B4-BE49-F238E27FC236}">
                <a16:creationId xmlns:a16="http://schemas.microsoft.com/office/drawing/2014/main" id="{17F04107-8754-E47D-3375-529E689711FA}"/>
              </a:ext>
            </a:extLst>
          </p:cNvPr>
          <p:cNvSpPr>
            <a:spLocks xmlns:a="http://schemas.openxmlformats.org/drawingml/2006/main" noGrp="1"/>
          </p:cNvSpPr>
          <p:nvPr/>
        </p:nvSpPr>
        <p:spPr>
          <a:xfrm xmlns:a="http://schemas.openxmlformats.org/drawingml/2006/main">
            <a:off x="957406" y="4576469"/>
            <a:ext cx="3176362"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t>AICTE Student ID: [Add ID]</a:t>
            </a:r>
          </a:p>
        </p:txBody>
      </p:sp>
    </p:spTree>
    <p:extLst>
      <p:ext uri="{BB962C8B-B14F-4D97-AF65-F5344CB8AC3E}">
        <p14:creationId xmlns:p14="http://schemas.microsoft.com/office/powerpoint/2010/main" val="160401344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Placeholder 1">
            <a:extLst xmlns:a="http://schemas.openxmlformats.org/drawingml/2006/main">
              <a:ext uri="{FF2B5EF4-FFF2-40B4-BE49-F238E27FC236}">
                <a16:creationId xmlns:a16="http://schemas.microsoft.com/office/drawing/2014/main" id="{E46E4DD1-270B-4C80-AFF0-EB26F132AF36}"/>
              </a:ext>
            </a:extLst>
          </p:cNvPr>
          <p:cNvSpPr>
            <a:spLocks xmlns:a="http://schemas.openxmlformats.org/drawingml/2006/main" noGrp="1"/>
          </p:cNvSpPr>
          <p:nvPr>
            <p:ph type="body" idx="12"/>
          </p:nvPr>
        </p:nvSpPr>
        <p:spPr>
          <a:xfrm xmlns:a="http://schemas.openxmlformats.org/drawingml/2006/main">
            <a:off x="1046480" y="1875556"/>
            <a:ext cx="6431280" cy="3607987"/>
          </a:xfrm>
        </p:spPr>
        <p:txBody>
          <a:bodyPr xmlns:a="http://schemas.openxmlformats.org/drawingml/2006/main" vert="horz" lIns="91440" tIns="45720" rIns="91440" bIns="45720" anchor="t">
            <a:normAutofit fontScale="98731" lnSpcReduction="20000"/>
          </a:bodyPr>
          <a:lstStyle xmlns:a="http://schemas.openxmlformats.org/drawingml/2006/main"/>
          <a:p xmlns:a="http://schemas.openxmlformats.org/drawingml/2006/main">
            <a:pPr>
              <a:lnSpc>
                <a:spcPct val="100000"/>
              </a:lnSpc>
              <a:buNone/>
            </a:pPr>
            <a:r>
              <a:rPr sz="2800"/>
              <a:t>Farm performance changes with season, weather, farming practices, resource use and market conditions. The supplied data does not explain these differences directly. This project compares Kharif, Rabi and Zaid farms to identify patterns in yield, production, water use, risk and profit, then translates the evidence into practical planning recommendations.</a:t>
            </a:r>
            <a:endParaRPr sz="2800"/>
          </a:p>
        </p:txBody>
      </p:sp>
      <p:sp>
        <p:nvSpPr>
          <p:cNvPr id="4" name="Title 3">
            <a:extLst xmlns:a="http://schemas.openxmlformats.org/drawingml/2006/main">
              <a:ext uri="{FF2B5EF4-FFF2-40B4-BE49-F238E27FC236}">
                <a16:creationId xmlns:a16="http://schemas.microsoft.com/office/drawing/2014/main" id="{777CC02B-F7C6-47A8-8C3E-C57C417D9EA3}"/>
              </a:ext>
            </a:extLst>
          </p:cNvPr>
          <p:cNvSpPr>
            <a:spLocks xmlns:a="http://schemas.openxmlformats.org/drawingml/2006/main" noGrp="1"/>
          </p:cNvSpPr>
          <p:nvPr>
            <p:ph type="title" idx="0"/>
          </p:nvPr>
        </p:nvSpPr>
        <p:spPr>
          <a:xfrm xmlns:a="http://schemas.openxmlformats.org/drawingml/2006/main">
            <a:off x="754602" y="550417"/>
            <a:ext cx="6995604" cy="790111"/>
          </a:xfrm>
        </p:spPr>
        <p:txBody>
          <a:bodyPr xmlns:a="http://schemas.openxmlformats.org/drawingml/2006/main">
            <a:normAutofit fontScale="95509"/>
          </a:bodyPr>
          <a:lstStyle xmlns:a="http://schemas.openxmlformats.org/drawingml/2006/main"/>
          <a:p xmlns:a="http://schemas.openxmlformats.org/drawingml/2006/main">
            <a:r>
              <a:t>PROBLEM STATEMENT</a:t>
            </a:r>
            <a:endParaRPr/>
          </a:p>
        </p:txBody>
      </p:sp>
      <p:pic>
        <p:nvPicPr>
          <p:cNvPr id="9" name="Picture 4"/>
          <p:cNvPicPr>
            <a:picLocks xmlns:a="http://schemas.openxmlformats.org/drawingml/2006/main" noChangeAspect="1"/>
          </p:cNvPicPr>
          <p:nvPr/>
        </p:nvPicPr>
        <p:blipFill>
          <a:blip xmlns:r="http://schemas.openxmlformats.org/officeDocument/2006/relationships" xmlns:a="http://schemas.openxmlformats.org/drawingml/2006/main" r:embed="Ra76bcf190f5a49b3"/>
          <a:stretch xmlns:a="http://schemas.openxmlformats.org/drawingml/2006/main">
            <a:fillRect l="0" t="0" r="0" b="0"/>
          </a:stretch>
        </p:blipFill>
        <p:spPr>
          <a:xfrm xmlns:a="http://schemas.openxmlformats.org/drawingml/2006/main">
            <a:off x="7995684" y="2930834"/>
            <a:ext cx="2760758" cy="3264409"/>
          </a:xfrm>
          <a:prstGeom xmlns:a="http://schemas.openxmlformats.org/drawingml/2006/main" prst="rect">
            <a:avLst/>
          </a:prstGeom>
        </p:spPr>
      </p:pic>
      <p:pic>
        <p:nvPicPr>
          <p:cNvPr id="10" name="Picture 5"/>
          <p:cNvPicPr>
            <a:picLocks xmlns:a="http://schemas.openxmlformats.org/drawingml/2006/main" noChangeAspect="1"/>
          </p:cNvPicPr>
          <p:nvPr/>
        </p:nvPicPr>
        <p:blipFill rotWithShape="1">
          <a:blip xmlns:r="http://schemas.openxmlformats.org/officeDocument/2006/relationships" xmlns:a="http://schemas.openxmlformats.org/drawingml/2006/main" r:embed="R6acd09dabc0946ec"/>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Tree>
    <p:extLst>
      <p:ext uri="{BB962C8B-B14F-4D97-AF65-F5344CB8AC3E}">
        <p14:creationId xmlns:p14="http://schemas.microsoft.com/office/powerpoint/2010/main" val="3098548442"/>
      </p:ext>
    </p:extLst>
  </p:cSld>
</p:sld>
</file>

<file path=ppt/slides/slide3.xml><?xml version="1.0" encoding="utf-8"?>
<p:sld xmlns:p="http://schemas.openxmlformats.org/presentationml/2006/main">
  <p:cSld>
    <p:bg>
      <p:bgPr>
        <a:solidFill xmlns:a="http://schemas.openxmlformats.org/drawingml/2006/main">
          <a:schemeClr val="bg1">
            <a:lumMod val="95000"/>
          </a:schemeClr>
        </a:solidFill>
      </p:bgPr>
    </p:bg>
    <p:spTree>
      <p:nvGrpSpPr>
        <p:cNvPr id="1" name=""/>
        <p:cNvGrpSpPr/>
        <p:nvPr/>
      </p:nvGrpSpPr>
      <p:grpSpPr>
        <a:xfrm xmlns:a="http://schemas.openxmlformats.org/drawingml/2006/main"/>
      </p:grpSpPr>
      <p:sp>
        <p:nvSpPr>
          <p:cNvPr id="3" name="Title 2">
            <a:extLst xmlns:a="http://schemas.openxmlformats.org/drawingml/2006/main">
              <a:ext uri="{FF2B5EF4-FFF2-40B4-BE49-F238E27FC236}">
                <a16:creationId xmlns:a16="http://schemas.microsoft.com/office/drawing/2014/main" id="{EBF2FBC7-3552-4F01-BB27-8BEEE74F7277}"/>
              </a:ext>
            </a:extLst>
          </p:cNvPr>
          <p:cNvSpPr>
            <a:spLocks xmlns:a="http://schemas.openxmlformats.org/drawingml/2006/main" noGrp="1"/>
          </p:cNvSpPr>
          <p:nvPr>
            <p:ph type="title" idx="0"/>
          </p:nvPr>
        </p:nvSpPr>
        <p:spPr>
          <a:xfrm xmlns:a="http://schemas.openxmlformats.org/drawingml/2006/main">
            <a:off x="660399" y="805213"/>
            <a:ext cx="6276109" cy="830997"/>
          </a:xfrm>
        </p:spPr>
        <p:txBody>
          <a:bodyPr xmlns:a="http://schemas.openxmlformats.org/drawingml/2006/main">
            <a:normAutofit fontScale="100000"/>
          </a:bodyPr>
          <a:lstStyle xmlns:a="http://schemas.openxmlformats.org/drawingml/2006/main"/>
          <a:p xmlns:a="http://schemas.openxmlformats.org/drawingml/2006/main">
            <a:r>
              <a:t>Project Description</a:t>
            </a:r>
            <a:endParaRPr/>
          </a:p>
        </p:txBody>
      </p:sp>
      <p:pic>
        <p:nvPicPr>
          <p:cNvPr id="10"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f4ee21023ec94f72"/>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pic>
        <p:nvPicPr>
          <p:cNvPr id="11" name="Picture 5"/>
          <p:cNvPicPr>
            <a:picLocks xmlns:a="http://schemas.openxmlformats.org/drawingml/2006/main" noChangeAspect="1"/>
          </p:cNvPicPr>
          <p:nvPr/>
        </p:nvPicPr>
        <p:blipFill>
          <a:blip xmlns:r="http://schemas.openxmlformats.org/officeDocument/2006/relationships" xmlns:a="http://schemas.openxmlformats.org/drawingml/2006/main" r:embed="R142b217855814902"/>
          <a:stretch xmlns:a="http://schemas.openxmlformats.org/drawingml/2006/main">
            <a:fillRect l="0" t="0" r="0" b="0"/>
          </a:stretch>
        </p:blipFill>
        <p:spPr>
          <a:xfrm xmlns:a="http://schemas.openxmlformats.org/drawingml/2006/main">
            <a:off x="467359" y="6410461"/>
            <a:ext cx="3706253" cy="296092"/>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50C0F7B-081A-41FD-954E-765F983839F3}"/>
              </a:ext>
            </a:extLst>
          </p:cNvPr>
          <p:cNvSpPr>
            <a:spLocks xmlns:a="http://schemas.openxmlformats.org/drawingml/2006/main" noGrp="1"/>
          </p:cNvSpPr>
          <p:nvPr/>
        </p:nvSpPr>
        <p:spPr>
          <a:xfrm xmlns:a="http://schemas.openxmlformats.org/drawingml/2006/main">
            <a:off x="685800" y="1762125"/>
            <a:ext cx="7524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00" b="0">
                <a:solidFill>
                  <a:srgbClr val="505A64"/>
                </a:solidFill>
                <a:latin typeface="DejaVu Sans"/>
                <a:ea typeface="DejaVu Sans"/>
                <a:cs typeface="DejaVu Sans"/>
              </a:defRPr>
            </a:pPr>
            <a:r>
              <a:rPr sz="1800" b="0">
                <a:solidFill>
                  <a:srgbClr val="505A64"/>
                </a:solidFill>
                <a:latin typeface="DejaVu Sans"/>
                <a:ea typeface="DejaVu Sans"/>
                <a:cs typeface="DejaVu Sans"/>
              </a:rPr>
              <a:t>The analysis covers 4,000 farm records across eight crops, eight states and four irrigation methods. It validates data quality, creates comparable seasonal measures and tests whether yield differs across seasons. Crop and irrigation breakdowns help explain the headline results. A predictive model ranks associations with yield without treating them as causal effects.</a:t>
            </a:r>
          </a:p>
        </p:txBody>
      </p:sp>
      <p:sp>
        <p:nvSpPr>
          <p:cNvPr id="7" name="">
            <a:extLst xmlns:a="http://schemas.openxmlformats.org/drawingml/2006/main">
              <a:ext uri="{FF2B5EF4-FFF2-40B4-BE49-F238E27FC236}">
                <a16:creationId xmlns:a16="http://schemas.microsoft.com/office/drawing/2014/main" id="{EA07E1B1-A6F6-40AC-8ED4-7C26FB4E0598}"/>
              </a:ext>
            </a:extLst>
          </p:cNvPr>
          <p:cNvSpPr>
            <a:spLocks xmlns:a="http://schemas.openxmlformats.org/drawingml/2006/main" noGrp="1"/>
          </p:cNvSpPr>
          <p:nvPr/>
        </p:nvSpPr>
        <p:spPr>
          <a:xfrm xmlns:a="http://schemas.openxmlformats.org/drawingml/2006/main">
            <a:off x="685800" y="4286250"/>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650" b="1">
                <a:solidFill>
                  <a:srgbClr val="17365D"/>
                </a:solidFill>
                <a:latin typeface="DejaVu Sans"/>
                <a:ea typeface="DejaVu Sans"/>
                <a:cs typeface="DejaVu Sans"/>
              </a:defRPr>
            </a:pPr>
            <a:r>
              <a:rPr sz="1650" b="1">
                <a:solidFill>
                  <a:srgbClr val="17365D"/>
                </a:solidFill>
                <a:latin typeface="DejaVu Sans"/>
                <a:ea typeface="DejaVu Sans"/>
                <a:cs typeface="DejaVu Sans"/>
              </a:rPr>
              <a:t>Primary outputs</a:t>
            </a:r>
          </a:p>
        </p:txBody>
      </p:sp>
      <p:sp>
        <p:nvSpPr>
          <p:cNvPr id="8" name="">
            <a:extLst xmlns:a="http://schemas.openxmlformats.org/drawingml/2006/main">
              <a:ext uri="{FF2B5EF4-FFF2-40B4-BE49-F238E27FC236}">
                <a16:creationId xmlns:a16="http://schemas.microsoft.com/office/drawing/2014/main" id="{982C1372-C87A-42CC-BA56-B36A84C3FE62}"/>
              </a:ext>
            </a:extLst>
          </p:cNvPr>
          <p:cNvSpPr>
            <a:spLocks xmlns:a="http://schemas.openxmlformats.org/drawingml/2006/main" noGrp="1"/>
          </p:cNvSpPr>
          <p:nvPr/>
        </p:nvSpPr>
        <p:spPr>
          <a:xfrm xmlns:a="http://schemas.openxmlformats.org/drawingml/2006/main">
            <a:off x="685800" y="4714875"/>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Seasonal comparison</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Crop and irrigation analysis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Statistical tests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Planning recommendations</a:t>
            </a:r>
          </a:p>
        </p:txBody>
      </p:sp>
    </p:spTree>
    <p:extLst>
      <p:ext uri="{BB962C8B-B14F-4D97-AF65-F5344CB8AC3E}">
        <p14:creationId xmlns:p14="http://schemas.microsoft.com/office/powerpoint/2010/main" val="369677030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Placeholder 1">
            <a:extLst xmlns:a="http://schemas.openxmlformats.org/drawingml/2006/main">
              <a:ext uri="{FF2B5EF4-FFF2-40B4-BE49-F238E27FC236}">
                <a16:creationId xmlns:a16="http://schemas.microsoft.com/office/drawing/2014/main" id="{664E3B60-2780-459A-8583-F095D5E7463A}"/>
              </a:ext>
            </a:extLst>
          </p:cNvPr>
          <p:cNvSpPr>
            <a:spLocks xmlns:a="http://schemas.openxmlformats.org/drawingml/2006/main" noGrp="1"/>
          </p:cNvSpPr>
          <p:nvPr>
            <p:ph type="body" idx="12"/>
          </p:nvPr>
        </p:nvSpPr>
        <p:spPr>
          <a:xfrm xmlns:a="http://schemas.openxmlformats.org/drawingml/2006/main">
            <a:off x="721359" y="1991360"/>
            <a:ext cx="7904481" cy="3990023"/>
          </a:xfrm>
        </p:spPr>
        <p:txBody>
          <a:bodyPr xmlns:a="http://schemas.openxmlformats.org/drawingml/2006/main">
            <a:normAutofit/>
          </a:bodyPr>
          <a:lstStyle xmlns:a="http://schemas.openxmlformats.org/drawingml/2006/main"/>
          <a:p xmlns:a="http://schemas.openxmlformats.org/drawingml/2006/main">
            <a:pPr algn="just">
              <a:lnSpc>
                <a:spcPct val="150000"/>
              </a:lnSpc>
              <a:buNone/>
            </a:pPr>
            <a:endParaRPr sz="3600"/>
          </a:p>
        </p:txBody>
      </p:sp>
      <p:sp>
        <p:nvSpPr>
          <p:cNvPr id="4" name="Title 3">
            <a:extLst xmlns:a="http://schemas.openxmlformats.org/drawingml/2006/main">
              <a:ext uri="{FF2B5EF4-FFF2-40B4-BE49-F238E27FC236}">
                <a16:creationId xmlns:a16="http://schemas.microsoft.com/office/drawing/2014/main" id="{1A4A072B-83C6-4607-AE6A-5AD61CC72C44}"/>
              </a:ext>
            </a:extLst>
          </p:cNvPr>
          <p:cNvSpPr>
            <a:spLocks xmlns:a="http://schemas.openxmlformats.org/drawingml/2006/main" noGrp="1"/>
          </p:cNvSpPr>
          <p:nvPr>
            <p:ph type="title" idx="0"/>
          </p:nvPr>
        </p:nvSpPr>
        <p:spPr>
          <a:xfrm xmlns:a="http://schemas.openxmlformats.org/drawingml/2006/main">
            <a:off x="620008" y="876617"/>
            <a:ext cx="10046070" cy="802641"/>
          </a:xfrm>
        </p:spPr>
        <p:txBody>
          <a:bodyPr xmlns:a="http://schemas.openxmlformats.org/drawingml/2006/main">
            <a:normAutofit/>
          </a:bodyPr>
          <a:lstStyle xmlns:a="http://schemas.openxmlformats.org/drawingml/2006/main"/>
          <a:p xmlns:a="http://schemas.openxmlformats.org/drawingml/2006/main">
            <a:r>
              <a:rPr sz="3200"/>
              <a:t>WHO ARE THE END USERS?</a:t>
            </a:r>
            <a:endParaRPr sz="2000"/>
          </a:p>
        </p:txBody>
      </p:sp>
      <p:pic>
        <p:nvPicPr>
          <p:cNvPr id="14" name="Picture 5"/>
          <p:cNvPicPr>
            <a:picLocks xmlns:a="http://schemas.openxmlformats.org/drawingml/2006/main" noChangeAspect="1"/>
          </p:cNvPicPr>
          <p:nvPr/>
        </p:nvPicPr>
        <p:blipFill>
          <a:blip xmlns:r="http://schemas.openxmlformats.org/officeDocument/2006/relationships" xmlns:a="http://schemas.openxmlformats.org/drawingml/2006/main" r:embed="Rb64f882145ea455c"/>
          <a:stretch xmlns:a="http://schemas.openxmlformats.org/drawingml/2006/main">
            <a:fillRect l="0" t="0" r="0" b="0"/>
          </a:stretch>
        </p:blipFill>
        <p:spPr>
          <a:xfrm xmlns:a="http://schemas.openxmlformats.org/drawingml/2006/main">
            <a:off x="721359" y="6176804"/>
            <a:ext cx="2181225" cy="4857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CAE105B-CE57-4A3D-B303-A5DDBC278E66}"/>
              </a:ext>
            </a:extLst>
          </p:cNvPr>
          <p:cNvSpPr>
            <a:spLocks xmlns:a="http://schemas.openxmlformats.org/drawingml/2006/main" noGrp="1"/>
          </p:cNvSpPr>
          <p:nvPr/>
        </p:nvSpPr>
        <p:spPr>
          <a:xfrm xmlns:a="http://schemas.openxmlformats.org/drawingml/2006/main">
            <a:off x="742950" y="19526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7365D"/>
                </a:solidFill>
                <a:latin typeface="DejaVu Sans"/>
                <a:ea typeface="DejaVu Sans"/>
                <a:cs typeface="DejaVu Sans"/>
              </a:defRPr>
            </a:pPr>
            <a:r>
              <a:rPr sz="1800" b="1">
                <a:solidFill>
                  <a:srgbClr val="17365D"/>
                </a:solidFill>
                <a:latin typeface="DejaVu Sans"/>
                <a:ea typeface="DejaVu Sans"/>
                <a:cs typeface="DejaVu Sans"/>
              </a:rPr>
              <a:t>Farmers and producer groups</a:t>
            </a:r>
          </a:p>
        </p:txBody>
      </p:sp>
      <p:sp>
        <p:nvSpPr>
          <p:cNvPr id="7" name="">
            <a:extLst xmlns:a="http://schemas.openxmlformats.org/drawingml/2006/main">
              <a:ext uri="{FF2B5EF4-FFF2-40B4-BE49-F238E27FC236}">
                <a16:creationId xmlns:a16="http://schemas.microsoft.com/office/drawing/2014/main" id="{B9AB9EB2-56AE-42C1-9885-4D6A341AD7E5}"/>
              </a:ext>
            </a:extLst>
          </p:cNvPr>
          <p:cNvSpPr>
            <a:spLocks xmlns:a="http://schemas.openxmlformats.org/drawingml/2006/main" noGrp="1"/>
          </p:cNvSpPr>
          <p:nvPr/>
        </p:nvSpPr>
        <p:spPr>
          <a:xfrm xmlns:a="http://schemas.openxmlformats.org/drawingml/2006/main">
            <a:off x="742950" y="2381250"/>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Compare crop, irrigation and seasonal profitability patterns.</a:t>
            </a:r>
          </a:p>
        </p:txBody>
      </p:sp>
      <p:sp>
        <p:nvSpPr>
          <p:cNvPr id="8" name="">
            <a:extLst xmlns:a="http://schemas.openxmlformats.org/drawingml/2006/main">
              <a:ext uri="{FF2B5EF4-FFF2-40B4-BE49-F238E27FC236}">
                <a16:creationId xmlns:a16="http://schemas.microsoft.com/office/drawing/2014/main" id="{1772C9FF-5CDA-41CC-A405-4FF420628ABE}"/>
              </a:ext>
            </a:extLst>
          </p:cNvPr>
          <p:cNvSpPr>
            <a:spLocks xmlns:a="http://schemas.openxmlformats.org/drawingml/2006/main" noGrp="1"/>
          </p:cNvSpPr>
          <p:nvPr/>
        </p:nvSpPr>
        <p:spPr>
          <a:xfrm xmlns:a="http://schemas.openxmlformats.org/drawingml/2006/main">
            <a:off x="742950" y="31908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590"/>
          </a:bodyPr>
          <a:lstStyle xmlns:a="http://schemas.openxmlformats.org/drawingml/2006/main"/>
          <a:p xmlns:a="http://schemas.openxmlformats.org/drawingml/2006/main">
            <a:pPr algn="l">
              <a:defRPr sz="1800" b="1">
                <a:solidFill>
                  <a:srgbClr val="17365D"/>
                </a:solidFill>
                <a:latin typeface="DejaVu Sans"/>
                <a:ea typeface="DejaVu Sans"/>
                <a:cs typeface="DejaVu Sans"/>
              </a:defRPr>
            </a:pPr>
            <a:r>
              <a:rPr sz="1800" b="1">
                <a:solidFill>
                  <a:srgbClr val="17365D"/>
                </a:solidFill>
                <a:latin typeface="DejaVu Sans"/>
                <a:ea typeface="DejaVu Sans"/>
                <a:cs typeface="DejaVu Sans"/>
              </a:rPr>
              <a:t>Agricultural planners and extension teams</a:t>
            </a:r>
          </a:p>
        </p:txBody>
      </p:sp>
      <p:sp>
        <p:nvSpPr>
          <p:cNvPr id="9" name="">
            <a:extLst xmlns:a="http://schemas.openxmlformats.org/drawingml/2006/main">
              <a:ext uri="{FF2B5EF4-FFF2-40B4-BE49-F238E27FC236}">
                <a16:creationId xmlns:a16="http://schemas.microsoft.com/office/drawing/2014/main" id="{B66B4A88-4573-4F48-A989-C001A472DEDF}"/>
              </a:ext>
            </a:extLst>
          </p:cNvPr>
          <p:cNvSpPr>
            <a:spLocks xmlns:a="http://schemas.openxmlformats.org/drawingml/2006/main" noGrp="1"/>
          </p:cNvSpPr>
          <p:nvPr/>
        </p:nvSpPr>
        <p:spPr>
          <a:xfrm xmlns:a="http://schemas.openxmlformats.org/drawingml/2006/main">
            <a:off x="742950" y="3619500"/>
            <a:ext cx="619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Target seasonal support and identify issues that need field validation.</a:t>
            </a:r>
          </a:p>
        </p:txBody>
      </p:sp>
      <p:sp>
        <p:nvSpPr>
          <p:cNvPr id="10" name="">
            <a:extLst xmlns:a="http://schemas.openxmlformats.org/drawingml/2006/main">
              <a:ext uri="{FF2B5EF4-FFF2-40B4-BE49-F238E27FC236}">
                <a16:creationId xmlns:a16="http://schemas.microsoft.com/office/drawing/2014/main" id="{952ED3E9-FA66-4145-8043-603580517F6A}"/>
              </a:ext>
            </a:extLst>
          </p:cNvPr>
          <p:cNvSpPr>
            <a:spLocks xmlns:a="http://schemas.openxmlformats.org/drawingml/2006/main" noGrp="1"/>
          </p:cNvSpPr>
          <p:nvPr/>
        </p:nvSpPr>
        <p:spPr>
          <a:xfrm xmlns:a="http://schemas.openxmlformats.org/drawingml/2006/main">
            <a:off x="742950" y="442912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00" b="1">
                <a:solidFill>
                  <a:srgbClr val="17365D"/>
                </a:solidFill>
                <a:latin typeface="DejaVu Sans"/>
                <a:ea typeface="DejaVu Sans"/>
                <a:cs typeface="DejaVu Sans"/>
              </a:defRPr>
            </a:pPr>
            <a:r>
              <a:rPr sz="1800" b="1">
                <a:solidFill>
                  <a:srgbClr val="17365D"/>
                </a:solidFill>
                <a:latin typeface="DejaVu Sans"/>
                <a:ea typeface="DejaVu Sans"/>
                <a:cs typeface="DejaVu Sans"/>
              </a:rPr>
              <a:t>Researchers and students</a:t>
            </a:r>
          </a:p>
        </p:txBody>
      </p:sp>
      <p:sp>
        <p:nvSpPr>
          <p:cNvPr id="11" name="">
            <a:extLst xmlns:a="http://schemas.openxmlformats.org/drawingml/2006/main">
              <a:ext uri="{FF2B5EF4-FFF2-40B4-BE49-F238E27FC236}">
                <a16:creationId xmlns:a16="http://schemas.microsoft.com/office/drawing/2014/main" id="{226F1E27-B79B-40F9-9EAA-1B1E6D982740}"/>
              </a:ext>
            </a:extLst>
          </p:cNvPr>
          <p:cNvSpPr>
            <a:spLocks xmlns:a="http://schemas.openxmlformats.org/drawingml/2006/main" noGrp="1"/>
          </p:cNvSpPr>
          <p:nvPr/>
        </p:nvSpPr>
        <p:spPr>
          <a:xfrm xmlns:a="http://schemas.openxmlformats.org/drawingml/2006/main">
            <a:off x="742950" y="4857750"/>
            <a:ext cx="685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Use the notebook as a reproducible example of data cleaning, comparison and interpretation.</a:t>
            </a:r>
          </a:p>
        </p:txBody>
      </p:sp>
    </p:spTree>
    <p:extLst>
      <p:ext uri="{BB962C8B-B14F-4D97-AF65-F5344CB8AC3E}">
        <p14:creationId xmlns:p14="http://schemas.microsoft.com/office/powerpoint/2010/main" val="48075006"/>
      </p:ext>
    </p:extLst>
  </p:cSld>
</p:sld>
</file>

<file path=ppt/slides/slide5.xml><?xml version="1.0" encoding="utf-8"?>
<p:sld xmlns:p="http://schemas.openxmlformats.org/presentationml/2006/main">
  <p:cSld>
    <p:bg>
      <p:bgPr>
        <a:solidFill xmlns:a="http://schemas.openxmlformats.org/drawingml/2006/main">
          <a:schemeClr val="bg1">
            <a:lumMod val="95000"/>
          </a:schemeClr>
        </a:solidFill>
      </p:bgPr>
    </p:bg>
    <p:spTree>
      <p:nvGrpSpPr>
        <p:cNvPr id="1" name=""/>
        <p:cNvGrpSpPr/>
        <p:nvPr/>
      </p:nvGrpSpPr>
      <p:grpSpPr>
        <a:xfrm xmlns:a="http://schemas.openxmlformats.org/drawingml/2006/main"/>
      </p:grpSpPr>
      <p:pic>
        <p:nvPicPr>
          <p:cNvPr id="18" name="Picture 5"/>
          <p:cNvPicPr>
            <a:picLocks xmlns:a="http://schemas.openxmlformats.org/drawingml/2006/main" noChangeAspect="1"/>
          </p:cNvPicPr>
          <p:nvPr/>
        </p:nvPicPr>
        <p:blipFill>
          <a:blip xmlns:r="http://schemas.openxmlformats.org/officeDocument/2006/relationships" xmlns:a="http://schemas.openxmlformats.org/drawingml/2006/main" r:embed="R8f0b379204b44193"/>
          <a:stretch xmlns:a="http://schemas.openxmlformats.org/drawingml/2006/main">
            <a:fillRect l="0" t="0" r="0" b="0"/>
          </a:stretch>
        </p:blipFill>
        <p:spPr>
          <a:xfrm xmlns:a="http://schemas.openxmlformats.org/drawingml/2006/main">
            <a:off x="467359" y="6410461"/>
            <a:ext cx="3706253" cy="296092"/>
          </a:xfrm>
          <a:prstGeom xmlns:a="http://schemas.openxmlformats.org/drawingml/2006/main" prst="rect">
            <a:avLst/>
          </a:prstGeom>
        </p:spPr>
      </p:pic>
      <p:pic>
        <p:nvPicPr>
          <p:cNvPr id="19" name="Picture 1"/>
          <p:cNvPicPr>
            <a:picLocks xmlns:a="http://schemas.openxmlformats.org/drawingml/2006/main" noChangeAspect="1"/>
          </p:cNvPicPr>
          <p:nvPr/>
        </p:nvPicPr>
        <p:blipFill>
          <a:blip xmlns:r="http://schemas.openxmlformats.org/officeDocument/2006/relationships" xmlns:a="http://schemas.openxmlformats.org/drawingml/2006/main" r:embed="Ref357e01e14a4c2b"/>
          <a:stretch xmlns:a="http://schemas.openxmlformats.org/drawingml/2006/main">
            <a:fillRect l="0" t="0" r="0" b="0"/>
          </a:stretch>
        </p:blipFill>
        <p:spPr>
          <a:xfrm xmlns:a="http://schemas.openxmlformats.org/drawingml/2006/main" flipH="1">
            <a:off x="50800" y="3820160"/>
            <a:ext cx="1727200" cy="3010024"/>
          </a:xfrm>
          <a:prstGeom xmlns:a="http://schemas.openxmlformats.org/drawingml/2006/main" prst="rect">
            <a:avLst/>
          </a:prstGeom>
        </p:spPr>
      </p:pic>
      <p:sp>
        <p:nvSpPr>
          <p:cNvPr id="7" name="Text Placeholder 6">
            <a:extLst xmlns:a="http://schemas.openxmlformats.org/drawingml/2006/main">
              <a:ext uri="{FF2B5EF4-FFF2-40B4-BE49-F238E27FC236}">
                <a16:creationId xmlns:a16="http://schemas.microsoft.com/office/drawing/2014/main" id="{B21C28F5-3CA3-4B78-B5C9-550C00BB3174}"/>
              </a:ext>
            </a:extLst>
          </p:cNvPr>
          <p:cNvSpPr>
            <a:spLocks xmlns:a="http://schemas.openxmlformats.org/drawingml/2006/main" noGrp="1"/>
          </p:cNvSpPr>
          <p:nvPr>
            <p:ph type="body" idx="12"/>
          </p:nvPr>
        </p:nvSpPr>
        <p:spPr>
          <a:xfrm xmlns:a="http://schemas.openxmlformats.org/drawingml/2006/main">
            <a:off x="390618" y="1432560"/>
            <a:ext cx="9027702" cy="5243448"/>
          </a:xfrm>
        </p:spPr>
        <p:txBody>
          <a:bodyPr xmlns:a="http://schemas.openxmlformats.org/drawingml/2006/main"/>
          <a:lstStyle xmlns:a="http://schemas.openxmlformats.org/drawingml/2006/main"/>
          <a:p xmlns:a="http://schemas.openxmlformats.org/drawingml/2006/main">
            <a:pPr lvl="1">
              <a:lnSpc>
                <a:spcPct val="150000"/>
              </a:lnSpc>
              <a:buNone/>
            </a:pPr>
            <a:endParaRPr/>
          </a:p>
        </p:txBody>
      </p:sp>
      <p:sp>
        <p:nvSpPr>
          <p:cNvPr id="9" name="Title 8">
            <a:extLst xmlns:a="http://schemas.openxmlformats.org/drawingml/2006/main">
              <a:ext uri="{FF2B5EF4-FFF2-40B4-BE49-F238E27FC236}">
                <a16:creationId xmlns:a16="http://schemas.microsoft.com/office/drawing/2014/main" id="{FEF304F5-32C5-4869-B185-859B567855A8}"/>
              </a:ext>
            </a:extLst>
          </p:cNvPr>
          <p:cNvSpPr>
            <a:spLocks xmlns:a="http://schemas.openxmlformats.org/drawingml/2006/main" noGrp="1"/>
          </p:cNvSpPr>
          <p:nvPr>
            <p:ph type="title" idx="0"/>
          </p:nvPr>
        </p:nvSpPr>
        <p:spPr>
          <a:xfrm xmlns:a="http://schemas.openxmlformats.org/drawingml/2006/main">
            <a:off x="660399" y="430567"/>
            <a:ext cx="5306291" cy="847817"/>
          </a:xfrm>
        </p:spPr>
        <p:txBody>
          <a:bodyPr xmlns:a="http://schemas.openxmlformats.org/drawingml/2006/main">
            <a:normAutofit/>
          </a:bodyPr>
          <a:lstStyle xmlns:a="http://schemas.openxmlformats.org/drawingml/2006/main"/>
          <a:p xmlns:a="http://schemas.openxmlformats.org/drawingml/2006/main">
            <a:r>
              <a:t>Technology Used</a:t>
            </a:r>
          </a:p>
        </p:txBody>
      </p:sp>
      <p:sp>
        <p:nvSpPr>
          <p:cNvPr id="12" name="">
            <a:extLst xmlns:a="http://schemas.openxmlformats.org/drawingml/2006/main">
              <a:ext uri="{FF2B5EF4-FFF2-40B4-BE49-F238E27FC236}">
                <a16:creationId xmlns:a16="http://schemas.microsoft.com/office/drawing/2014/main" id="{B142D352-BD2C-4299-900D-48C464DDFCCA}"/>
              </a:ext>
            </a:extLst>
          </p:cNvPr>
          <p:cNvSpPr>
            <a:spLocks xmlns:a="http://schemas.openxmlformats.org/drawingml/2006/main" noGrp="1"/>
          </p:cNvSpPr>
          <p:nvPr/>
        </p:nvSpPr>
        <p:spPr>
          <a:xfrm xmlns:a="http://schemas.openxmlformats.org/drawingml/2006/main">
            <a:off x="1952625" y="171450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17365D"/>
                </a:solidFill>
                <a:latin typeface="DejaVu Sans"/>
                <a:ea typeface="DejaVu Sans"/>
                <a:cs typeface="DejaVu Sans"/>
              </a:defRPr>
            </a:pPr>
            <a:r>
              <a:rPr sz="2025" b="1">
                <a:solidFill>
                  <a:srgbClr val="17365D"/>
                </a:solidFill>
                <a:latin typeface="DejaVu Sans"/>
                <a:ea typeface="DejaVu Sans"/>
                <a:cs typeface="DejaVu Sans"/>
              </a:rPr>
              <a:t>Python and Jupyter Notebook</a:t>
            </a:r>
          </a:p>
        </p:txBody>
      </p:sp>
      <p:sp>
        <p:nvSpPr>
          <p:cNvPr id="13" name="">
            <a:extLst xmlns:a="http://schemas.openxmlformats.org/drawingml/2006/main">
              <a:ext uri="{FF2B5EF4-FFF2-40B4-BE49-F238E27FC236}">
                <a16:creationId xmlns:a16="http://schemas.microsoft.com/office/drawing/2014/main" id="{FFC0F464-B32E-4516-869B-B80A208BE569}"/>
              </a:ext>
            </a:extLst>
          </p:cNvPr>
          <p:cNvSpPr>
            <a:spLocks xmlns:a="http://schemas.openxmlformats.org/drawingml/2006/main" noGrp="1"/>
          </p:cNvSpPr>
          <p:nvPr/>
        </p:nvSpPr>
        <p:spPr>
          <a:xfrm xmlns:a="http://schemas.openxmlformats.org/drawingml/2006/main">
            <a:off x="1952625" y="219075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Reproducible analysis and documentation</a:t>
            </a:r>
          </a:p>
        </p:txBody>
      </p:sp>
      <p:sp>
        <p:nvSpPr>
          <p:cNvPr id="14" name="">
            <a:extLst xmlns:a="http://schemas.openxmlformats.org/drawingml/2006/main">
              <a:ext uri="{FF2B5EF4-FFF2-40B4-BE49-F238E27FC236}">
                <a16:creationId xmlns:a16="http://schemas.microsoft.com/office/drawing/2014/main" id="{899FA455-6B28-41C9-880A-5E15EA2A6F6C}"/>
              </a:ext>
            </a:extLst>
          </p:cNvPr>
          <p:cNvSpPr>
            <a:spLocks xmlns:a="http://schemas.openxmlformats.org/drawingml/2006/main" noGrp="1"/>
          </p:cNvSpPr>
          <p:nvPr/>
        </p:nvSpPr>
        <p:spPr>
          <a:xfrm xmlns:a="http://schemas.openxmlformats.org/drawingml/2006/main">
            <a:off x="1952625" y="29527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17365D"/>
                </a:solidFill>
                <a:latin typeface="DejaVu Sans"/>
                <a:ea typeface="DejaVu Sans"/>
                <a:cs typeface="DejaVu Sans"/>
              </a:defRPr>
            </a:pPr>
            <a:r>
              <a:rPr sz="2025" b="1">
                <a:solidFill>
                  <a:srgbClr val="17365D"/>
                </a:solidFill>
                <a:latin typeface="DejaVu Sans"/>
                <a:ea typeface="DejaVu Sans"/>
                <a:cs typeface="DejaVu Sans"/>
              </a:rPr>
              <a:t>pandas and NumPy</a:t>
            </a:r>
          </a:p>
        </p:txBody>
      </p:sp>
      <p:sp>
        <p:nvSpPr>
          <p:cNvPr id="15" name="">
            <a:extLst xmlns:a="http://schemas.openxmlformats.org/drawingml/2006/main">
              <a:ext uri="{FF2B5EF4-FFF2-40B4-BE49-F238E27FC236}">
                <a16:creationId xmlns:a16="http://schemas.microsoft.com/office/drawing/2014/main" id="{85214B04-0694-4C62-99A3-52825226BC55}"/>
              </a:ext>
            </a:extLst>
          </p:cNvPr>
          <p:cNvSpPr>
            <a:spLocks xmlns:a="http://schemas.openxmlformats.org/drawingml/2006/main" noGrp="1"/>
          </p:cNvSpPr>
          <p:nvPr/>
        </p:nvSpPr>
        <p:spPr>
          <a:xfrm xmlns:a="http://schemas.openxmlformats.org/drawingml/2006/main">
            <a:off x="1952625" y="3429000"/>
            <a:ext cx="571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Cleaning, aggregation and calculated measures</a:t>
            </a:r>
          </a:p>
        </p:txBody>
      </p:sp>
      <p:sp>
        <p:nvSpPr>
          <p:cNvPr id="16" name="">
            <a:extLst xmlns:a="http://schemas.openxmlformats.org/drawingml/2006/main">
              <a:ext uri="{FF2B5EF4-FFF2-40B4-BE49-F238E27FC236}">
                <a16:creationId xmlns:a16="http://schemas.microsoft.com/office/drawing/2014/main" id="{BDB7388C-3801-47AF-9A74-5BE4A62307CA}"/>
              </a:ext>
            </a:extLst>
          </p:cNvPr>
          <p:cNvSpPr>
            <a:spLocks xmlns:a="http://schemas.openxmlformats.org/drawingml/2006/main" noGrp="1"/>
          </p:cNvSpPr>
          <p:nvPr/>
        </p:nvSpPr>
        <p:spPr>
          <a:xfrm xmlns:a="http://schemas.openxmlformats.org/drawingml/2006/main">
            <a:off x="1952625" y="4191000"/>
            <a:ext cx="647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7365D"/>
                </a:solidFill>
                <a:latin typeface="DejaVu Sans"/>
                <a:ea typeface="DejaVu Sans"/>
                <a:cs typeface="DejaVu Sans"/>
              </a:defRPr>
            </a:pPr>
            <a:r>
              <a:rPr sz="1875" b="1">
                <a:solidFill>
                  <a:srgbClr val="17365D"/>
                </a:solidFill>
                <a:latin typeface="DejaVu Sans"/>
                <a:ea typeface="DejaVu Sans"/>
                <a:cs typeface="DejaVu Sans"/>
              </a:rPr>
              <a:t>Matplotlib, Seaborn, SciPy and scikit-learn</a:t>
            </a:r>
          </a:p>
        </p:txBody>
      </p:sp>
      <p:sp>
        <p:nvSpPr>
          <p:cNvPr id="17" name="">
            <a:extLst xmlns:a="http://schemas.openxmlformats.org/drawingml/2006/main">
              <a:ext uri="{FF2B5EF4-FFF2-40B4-BE49-F238E27FC236}">
                <a16:creationId xmlns:a16="http://schemas.microsoft.com/office/drawing/2014/main" id="{8B6F1A61-82C1-4455-B3FF-BAE19D07C32A}"/>
              </a:ext>
            </a:extLst>
          </p:cNvPr>
          <p:cNvSpPr>
            <a:spLocks xmlns:a="http://schemas.openxmlformats.org/drawingml/2006/main" noGrp="1"/>
          </p:cNvSpPr>
          <p:nvPr/>
        </p:nvSpPr>
        <p:spPr>
          <a:xfrm xmlns:a="http://schemas.openxmlformats.org/drawingml/2006/main">
            <a:off x="1952625" y="46672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Visualization, statistical testing and predictive association analysis</a:t>
            </a:r>
          </a:p>
        </p:txBody>
      </p:sp>
    </p:spTree>
    <p:extLst>
      <p:ext uri="{BB962C8B-B14F-4D97-AF65-F5344CB8AC3E}">
        <p14:creationId xmlns:p14="http://schemas.microsoft.com/office/powerpoint/2010/main" val="134190106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8"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1f91e8f3671e4e2e"/>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AFE3A2AF-177E-45E6-A191-0F8523DB7FFA}"/>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50549"/>
          </a:bodyPr>
          <a:lstStyle xmlns:a="http://schemas.openxmlformats.org/drawingml/2006/main"/>
          <a:p xmlns:a="http://schemas.openxmlformats.org/drawingml/2006/main">
            <a:r>
              <a:t>DATA QUALITY AND COVERAGE</a:t>
            </a:r>
            <a:endParaRPr/>
          </a:p>
        </p:txBody>
      </p:sp>
      <p:sp>
        <p:nvSpPr>
          <p:cNvPr id="7" name="Text Placeholder 30">
            <a:extLst xmlns:a="http://schemas.openxmlformats.org/drawingml/2006/main">
              <a:ext uri="{FF2B5EF4-FFF2-40B4-BE49-F238E27FC236}">
                <a16:creationId xmlns:a16="http://schemas.microsoft.com/office/drawing/2014/main" id="{372426BE-BEE7-4A6D-BCD2-059615BBCE25}"/>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E61E227A-5883-4C77-B25A-46A22FFDF41F}"/>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graphicFrame>
        <p:nvGraphicFramePr>
          <p:cNvPr id="22" name="Chart"/>
          <p:cNvGraphicFramePr/>
          <p:nvPr/>
        </p:nvGraphicFramePr>
        <p:xfrm>
          <a:off xmlns:a="http://schemas.openxmlformats.org/drawingml/2006/main" x="619125" y="1476375"/>
          <a:ext xmlns:a="http://schemas.openxmlformats.org/drawingml/2006/main" cx="5810250" cy="3762375"/>
        </p:xfrm>
        <a:graphic xmlns:a="http://schemas.openxmlformats.org/drawingml/2006/main">
          <a:graphicData uri="http://schemas.openxmlformats.org/drawingml/2006/chart">
            <c:chart xmlns:r="http://schemas.openxmlformats.org/officeDocument/2006/relationships" xmlns:c="http://schemas.openxmlformats.org/drawingml/2006/chart" r:id="R2e683ebfe7c446aa"/>
          </a:graphicData>
        </a:graphic>
      </p:graphicFrame>
      <p:sp>
        <p:nvSpPr>
          <p:cNvPr id="11" name="">
            <a:extLst xmlns:a="http://schemas.openxmlformats.org/drawingml/2006/main">
              <a:ext uri="{FF2B5EF4-FFF2-40B4-BE49-F238E27FC236}">
                <a16:creationId xmlns:a16="http://schemas.microsoft.com/office/drawing/2014/main" id="{1FF98742-740F-40AE-845F-025452EA6037}"/>
              </a:ext>
            </a:extLst>
          </p:cNvPr>
          <p:cNvSpPr>
            <a:spLocks xmlns:a="http://schemas.openxmlformats.org/drawingml/2006/main" noGrp="1"/>
          </p:cNvSpPr>
          <p:nvPr/>
        </p:nvSpPr>
        <p:spPr>
          <a:xfrm xmlns:a="http://schemas.openxmlformats.org/drawingml/2006/main">
            <a:off x="6667500" y="1714500"/>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550" b="1">
                <a:solidFill>
                  <a:srgbClr val="17365D"/>
                </a:solidFill>
                <a:latin typeface="DejaVu Sans"/>
                <a:ea typeface="DejaVu Sans"/>
                <a:cs typeface="DejaVu Sans"/>
              </a:defRPr>
            </a:pPr>
            <a:r>
              <a:rPr sz="2550" b="1">
                <a:solidFill>
                  <a:srgbClr val="17365D"/>
                </a:solidFill>
                <a:latin typeface="DejaVu Sans"/>
                <a:ea typeface="DejaVu Sans"/>
                <a:cs typeface="DejaVu Sans"/>
              </a:rPr>
              <a:t>4,000</a:t>
            </a:r>
          </a:p>
        </p:txBody>
      </p:sp>
      <p:sp>
        <p:nvSpPr>
          <p:cNvPr id="12" name="">
            <a:extLst xmlns:a="http://schemas.openxmlformats.org/drawingml/2006/main">
              <a:ext uri="{FF2B5EF4-FFF2-40B4-BE49-F238E27FC236}">
                <a16:creationId xmlns:a16="http://schemas.microsoft.com/office/drawing/2014/main" id="{5A9EFA3C-75F4-47E5-A7AE-74203AF91C3D}"/>
              </a:ext>
            </a:extLst>
          </p:cNvPr>
          <p:cNvSpPr>
            <a:spLocks xmlns:a="http://schemas.openxmlformats.org/drawingml/2006/main" noGrp="1"/>
          </p:cNvSpPr>
          <p:nvPr/>
        </p:nvSpPr>
        <p:spPr>
          <a:xfrm xmlns:a="http://schemas.openxmlformats.org/drawingml/2006/main">
            <a:off x="6667500" y="22383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05A64"/>
                </a:solidFill>
                <a:latin typeface="DejaVu Sans"/>
                <a:ea typeface="DejaVu Sans"/>
                <a:cs typeface="DejaVu Sans"/>
              </a:defRPr>
            </a:pPr>
            <a:r>
              <a:rPr sz="1350" b="0">
                <a:solidFill>
                  <a:srgbClr val="505A64"/>
                </a:solidFill>
                <a:latin typeface="DejaVu Sans"/>
                <a:ea typeface="DejaVu Sans"/>
                <a:cs typeface="DejaVu Sans"/>
              </a:rPr>
              <a:t>unique farms</a:t>
            </a:r>
          </a:p>
        </p:txBody>
      </p:sp>
      <p:sp>
        <p:nvSpPr>
          <p:cNvPr id="13" name="">
            <a:extLst xmlns:a="http://schemas.openxmlformats.org/drawingml/2006/main">
              <a:ext uri="{FF2B5EF4-FFF2-40B4-BE49-F238E27FC236}">
                <a16:creationId xmlns:a16="http://schemas.microsoft.com/office/drawing/2014/main" id="{22E8A471-922B-49E1-978D-6B4E63AE748C}"/>
              </a:ext>
            </a:extLst>
          </p:cNvPr>
          <p:cNvSpPr>
            <a:spLocks xmlns:a="http://schemas.openxmlformats.org/drawingml/2006/main" noGrp="1"/>
          </p:cNvSpPr>
          <p:nvPr/>
        </p:nvSpPr>
        <p:spPr>
          <a:xfrm xmlns:a="http://schemas.openxmlformats.org/drawingml/2006/main">
            <a:off x="6667500" y="30003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550" b="1">
                <a:solidFill>
                  <a:srgbClr val="17365D"/>
                </a:solidFill>
                <a:latin typeface="DejaVu Sans"/>
                <a:ea typeface="DejaVu Sans"/>
                <a:cs typeface="DejaVu Sans"/>
              </a:defRPr>
            </a:pPr>
            <a:r>
              <a:rPr sz="2550" b="1">
                <a:solidFill>
                  <a:srgbClr val="17365D"/>
                </a:solidFill>
                <a:latin typeface="DejaVu Sans"/>
                <a:ea typeface="DejaVu Sans"/>
                <a:cs typeface="DejaVu Sans"/>
              </a:rPr>
              <a:t>120</a:t>
            </a:r>
          </a:p>
        </p:txBody>
      </p:sp>
      <p:sp>
        <p:nvSpPr>
          <p:cNvPr id="14" name="">
            <a:extLst xmlns:a="http://schemas.openxmlformats.org/drawingml/2006/main">
              <a:ext uri="{FF2B5EF4-FFF2-40B4-BE49-F238E27FC236}">
                <a16:creationId xmlns:a16="http://schemas.microsoft.com/office/drawing/2014/main" id="{53A77D0A-246F-43E4-B954-F6BCFE47047E}"/>
              </a:ext>
            </a:extLst>
          </p:cNvPr>
          <p:cNvSpPr>
            <a:spLocks xmlns:a="http://schemas.openxmlformats.org/drawingml/2006/main" noGrp="1"/>
          </p:cNvSpPr>
          <p:nvPr/>
        </p:nvSpPr>
        <p:spPr>
          <a:xfrm xmlns:a="http://schemas.openxmlformats.org/drawingml/2006/main">
            <a:off x="6524625" y="35242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05A64"/>
                </a:solidFill>
                <a:latin typeface="DejaVu Sans"/>
                <a:ea typeface="DejaVu Sans"/>
                <a:cs typeface="DejaVu Sans"/>
              </a:defRPr>
            </a:pPr>
            <a:r>
              <a:rPr sz="1350" b="0">
                <a:solidFill>
                  <a:srgbClr val="505A64"/>
                </a:solidFill>
                <a:latin typeface="DejaVu Sans"/>
                <a:ea typeface="DejaVu Sans"/>
                <a:cs typeface="DejaVu Sans"/>
              </a:rPr>
              <a:t>missing analytical values</a:t>
            </a:r>
          </a:p>
        </p:txBody>
      </p:sp>
      <p:sp>
        <p:nvSpPr>
          <p:cNvPr id="15" name="">
            <a:extLst xmlns:a="http://schemas.openxmlformats.org/drawingml/2006/main">
              <a:ext uri="{FF2B5EF4-FFF2-40B4-BE49-F238E27FC236}">
                <a16:creationId xmlns:a16="http://schemas.microsoft.com/office/drawing/2014/main" id="{A5078BB5-EB8B-4259-82AA-9F051FD6F06A}"/>
              </a:ext>
            </a:extLst>
          </p:cNvPr>
          <p:cNvSpPr>
            <a:spLocks xmlns:a="http://schemas.openxmlformats.org/drawingml/2006/main" noGrp="1"/>
          </p:cNvSpPr>
          <p:nvPr/>
        </p:nvSpPr>
        <p:spPr>
          <a:xfrm xmlns:a="http://schemas.openxmlformats.org/drawingml/2006/main">
            <a:off x="6667500" y="4333875"/>
            <a:ext cx="171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2550" b="1">
                <a:solidFill>
                  <a:srgbClr val="17365D"/>
                </a:solidFill>
                <a:latin typeface="DejaVu Sans"/>
                <a:ea typeface="DejaVu Sans"/>
                <a:cs typeface="DejaVu Sans"/>
              </a:defRPr>
            </a:pPr>
            <a:r>
              <a:rPr sz="2550" b="1">
                <a:solidFill>
                  <a:srgbClr val="17365D"/>
                </a:solidFill>
                <a:latin typeface="DejaVu Sans"/>
                <a:ea typeface="DejaVu Sans"/>
                <a:cs typeface="DejaVu Sans"/>
              </a:rPr>
              <a:t>0</a:t>
            </a:r>
          </a:p>
        </p:txBody>
      </p:sp>
      <p:sp>
        <p:nvSpPr>
          <p:cNvPr id="16" name="">
            <a:extLst xmlns:a="http://schemas.openxmlformats.org/drawingml/2006/main">
              <a:ext uri="{FF2B5EF4-FFF2-40B4-BE49-F238E27FC236}">
                <a16:creationId xmlns:a16="http://schemas.microsoft.com/office/drawing/2014/main" id="{220D7FB8-3ACF-4674-A2AF-E927896502BD}"/>
              </a:ext>
            </a:extLst>
          </p:cNvPr>
          <p:cNvSpPr>
            <a:spLocks xmlns:a="http://schemas.openxmlformats.org/drawingml/2006/main" noGrp="1"/>
          </p:cNvSpPr>
          <p:nvPr/>
        </p:nvSpPr>
        <p:spPr>
          <a:xfrm xmlns:a="http://schemas.openxmlformats.org/drawingml/2006/main">
            <a:off x="6524625" y="485775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350" b="0">
                <a:solidFill>
                  <a:srgbClr val="505A64"/>
                </a:solidFill>
                <a:latin typeface="DejaVu Sans"/>
                <a:ea typeface="DejaVu Sans"/>
                <a:cs typeface="DejaVu Sans"/>
              </a:defRPr>
            </a:pPr>
            <a:r>
              <a:rPr sz="1350" b="0">
                <a:solidFill>
                  <a:srgbClr val="505A64"/>
                </a:solidFill>
                <a:latin typeface="DejaVu Sans"/>
                <a:ea typeface="DejaVu Sans"/>
                <a:cs typeface="DejaVu Sans"/>
              </a:rPr>
              <a:t>duplicate rows or IDs</a:t>
            </a:r>
          </a:p>
        </p:txBody>
      </p:sp>
      <p:sp>
        <p:nvSpPr>
          <p:cNvPr id="17" name="">
            <a:extLst xmlns:a="http://schemas.openxmlformats.org/drawingml/2006/main">
              <a:ext uri="{FF2B5EF4-FFF2-40B4-BE49-F238E27FC236}">
                <a16:creationId xmlns:a16="http://schemas.microsoft.com/office/drawing/2014/main" id="{3101BEE7-46B7-4397-B1D1-18194578D183}"/>
              </a:ext>
            </a:extLst>
          </p:cNvPr>
          <p:cNvSpPr>
            <a:spLocks xmlns:a="http://schemas.openxmlformats.org/drawingml/2006/main" noGrp="1"/>
          </p:cNvSpPr>
          <p:nvPr/>
        </p:nvSpPr>
        <p:spPr>
          <a:xfrm xmlns:a="http://schemas.openxmlformats.org/drawingml/2006/main">
            <a:off x="666750" y="5572125"/>
            <a:ext cx="771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05A64"/>
                </a:solidFill>
                <a:latin typeface="DejaVu Sans"/>
                <a:ea typeface="DejaVu Sans"/>
                <a:cs typeface="DejaVu Sans"/>
              </a:defRPr>
            </a:pPr>
            <a:r>
              <a:rPr sz="1275" b="0">
                <a:solidFill>
                  <a:srgbClr val="505A64"/>
                </a:solidFill>
                <a:latin typeface="DejaVu Sans"/>
                <a:ea typeface="DejaVu Sans"/>
                <a:cs typeface="DejaVu Sans"/>
              </a:rPr>
              <a:t>Missing values affect rainfall, soil moisture and yield only. Descriptive summaries exclude missing values metric by metric.</a:t>
            </a:r>
          </a:p>
        </p:txBody>
      </p:sp>
    </p:spTree>
    <p:extLst>
      <p:ext uri="{BB962C8B-B14F-4D97-AF65-F5344CB8AC3E}">
        <p14:creationId xmlns:p14="http://schemas.microsoft.com/office/powerpoint/2010/main" val="108622549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71dee1675ec348dc"/>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6D5AF756-BADB-9E87-14AC-F87A8C7463BF}"/>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34546"/>
          </a:bodyPr>
          <a:lstStyle xmlns:a="http://schemas.openxmlformats.org/drawingml/2006/main"/>
          <a:p xmlns:a="http://schemas.openxmlformats.org/drawingml/2006/main">
            <a:r>
              <a:t>KHARIF LEADS SEASONAL PERFORMANCE</a:t>
            </a:r>
            <a:endParaRPr/>
          </a:p>
        </p:txBody>
      </p:sp>
      <p:sp>
        <p:nvSpPr>
          <p:cNvPr id="7" name="Text Placeholder 30">
            <a:extLst xmlns:a="http://schemas.openxmlformats.org/drawingml/2006/main">
              <a:ext uri="{FF2B5EF4-FFF2-40B4-BE49-F238E27FC236}">
                <a16:creationId xmlns:a16="http://schemas.microsoft.com/office/drawing/2014/main" id="{4716F3BA-AE41-9B35-3BCA-353F205375D1}"/>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0E149068-B429-662F-714A-0DD8CE171A51}"/>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Text Placeholder 1">
            <a:extLst xmlns:a="http://schemas.openxmlformats.org/drawingml/2006/main">
              <a:ext uri="{FF2B5EF4-FFF2-40B4-BE49-F238E27FC236}">
                <a16:creationId xmlns:a16="http://schemas.microsoft.com/office/drawing/2014/main" id="{3A64DB11-806F-1A4C-E0D5-D745D29CED50}"/>
              </a:ext>
            </a:extLst>
          </p:cNvPr>
          <p:cNvSpPr>
            <a:spLocks xmlns:a="http://schemas.openxmlformats.org/drawingml/2006/main" noGrp="1"/>
          </p:cNvSpPr>
          <p:nvPr>
            <p:ph type="body" idx="12"/>
          </p:nvPr>
        </p:nvSpPr>
        <p:spPr>
          <a:xfrm xmlns:a="http://schemas.openxmlformats.org/drawingml/2006/main">
            <a:off x="807164" y="1431693"/>
            <a:ext cx="4275138" cy="477520"/>
          </a:xfrm>
        </p:spPr>
        <p:txBody>
          <a:bodyPr xmlns:a="http://schemas.openxmlformats.org/drawingml/2006/main"/>
          <a:lstStyle xmlns:a="http://schemas.openxmlformats.org/drawingml/2006/main"/>
          <a:p xmlns:a="http://schemas.openxmlformats.org/drawingml/2006/main">
            <a:pPr marL="0" indent="0">
              <a:buNone/>
            </a:pPr>
            <a:r>
              <a:t/>
            </a:r>
            <a:endParaRPr/>
          </a:p>
        </p:txBody>
      </p:sp>
      <p:graphicFrame>
        <p:nvGraphicFramePr>
          <p:cNvPr id="20" name="Chart"/>
          <p:cNvGraphicFramePr/>
          <p:nvPr/>
        </p:nvGraphicFramePr>
        <p:xfrm>
          <a:off xmlns:a="http://schemas.openxmlformats.org/drawingml/2006/main" x="571500" y="1428750"/>
          <a:ext xmlns:a="http://schemas.openxmlformats.org/drawingml/2006/main" cx="3857625" cy="3762375"/>
        </p:xfrm>
        <a:graphic xmlns:a="http://schemas.openxmlformats.org/drawingml/2006/main">
          <a:graphicData uri="http://schemas.openxmlformats.org/drawingml/2006/chart">
            <c:chart xmlns:r="http://schemas.openxmlformats.org/officeDocument/2006/relationships" xmlns:c="http://schemas.openxmlformats.org/drawingml/2006/chart" r:id="Ra69acd940437407c"/>
          </a:graphicData>
        </a:graphic>
      </p:graphicFrame>
      <p:graphicFrame>
        <p:nvGraphicFramePr>
          <p:cNvPr id="21" name="Chart"/>
          <p:cNvGraphicFramePr/>
          <p:nvPr/>
        </p:nvGraphicFramePr>
        <p:xfrm>
          <a:off xmlns:a="http://schemas.openxmlformats.org/drawingml/2006/main" x="4714875" y="1428750"/>
          <a:ext xmlns:a="http://schemas.openxmlformats.org/drawingml/2006/main" cx="3857625" cy="3762375"/>
        </p:xfrm>
        <a:graphic xmlns:a="http://schemas.openxmlformats.org/drawingml/2006/main">
          <a:graphicData uri="http://schemas.openxmlformats.org/drawingml/2006/chart">
            <c:chart xmlns:r="http://schemas.openxmlformats.org/officeDocument/2006/relationships" xmlns:c="http://schemas.openxmlformats.org/drawingml/2006/chart" r:id="R7fb32fd8ffea4239"/>
          </a:graphicData>
        </a:graphic>
      </p:graphicFrame>
      <p:sp>
        <p:nvSpPr>
          <p:cNvPr id="14" name="">
            <a:extLst xmlns:a="http://schemas.openxmlformats.org/drawingml/2006/main">
              <a:ext uri="{FF2B5EF4-FFF2-40B4-BE49-F238E27FC236}">
                <a16:creationId xmlns:a16="http://schemas.microsoft.com/office/drawing/2014/main" id="{3F6A3084-8EF8-4535-B18B-9181964833A5}"/>
              </a:ext>
            </a:extLst>
          </p:cNvPr>
          <p:cNvSpPr>
            <a:spLocks xmlns:a="http://schemas.openxmlformats.org/drawingml/2006/main" noGrp="1"/>
          </p:cNvSpPr>
          <p:nvPr/>
        </p:nvSpPr>
        <p:spPr>
          <a:xfrm xmlns:a="http://schemas.openxmlformats.org/drawingml/2006/main">
            <a:off x="742950" y="55054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61"/>
          </a:bodyPr>
          <a:lstStyle xmlns:a="http://schemas.openxmlformats.org/drawingml/2006/main"/>
          <a:p xmlns:a="http://schemas.openxmlformats.org/drawingml/2006/main">
            <a:pPr algn="l">
              <a:defRPr sz="1425" b="1">
                <a:solidFill>
                  <a:srgbClr val="17365D"/>
                </a:solidFill>
                <a:latin typeface="DejaVu Sans"/>
                <a:ea typeface="DejaVu Sans"/>
                <a:cs typeface="DejaVu Sans"/>
              </a:defRPr>
            </a:pPr>
            <a:r>
              <a:rPr sz="1425" b="1">
                <a:solidFill>
                  <a:srgbClr val="17365D"/>
                </a:solidFill>
                <a:latin typeface="DejaVu Sans"/>
                <a:ea typeface="DejaVu Sans"/>
                <a:cs typeface="DejaVu Sans"/>
              </a:rPr>
              <a:t>Kharif exceeds Zaid by 21.0% on mean yield and 33.5% on mean water efficiency.</a:t>
            </a:r>
          </a:p>
        </p:txBody>
      </p:sp>
    </p:spTree>
    <p:extLst>
      <p:ext uri="{BB962C8B-B14F-4D97-AF65-F5344CB8AC3E}">
        <p14:creationId xmlns:p14="http://schemas.microsoft.com/office/powerpoint/2010/main" val="384962782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5"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e9ec24f855c34283"/>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DFCD5524-F764-DC63-6F54-D48057CF17B7}"/>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41552"/>
          </a:bodyPr>
          <a:lstStyle xmlns:a="http://schemas.openxmlformats.org/drawingml/2006/main"/>
          <a:p xmlns:a="http://schemas.openxmlformats.org/drawingml/2006/main">
            <a:r>
              <a:t>PROFITABILITY FALLS SHARPLY IN ZAID</a:t>
            </a:r>
            <a:endParaRPr/>
          </a:p>
        </p:txBody>
      </p:sp>
      <p:sp>
        <p:nvSpPr>
          <p:cNvPr id="7" name="Text Placeholder 30">
            <a:extLst xmlns:a="http://schemas.openxmlformats.org/drawingml/2006/main">
              <a:ext uri="{FF2B5EF4-FFF2-40B4-BE49-F238E27FC236}">
                <a16:creationId xmlns:a16="http://schemas.microsoft.com/office/drawing/2014/main" id="{4B1E3463-DEAD-53DD-2AC0-E8A458421D0B}"/>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B713140B-3822-90E0-F216-B77A695B86B5}"/>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Text Placeholder 1">
            <a:extLst xmlns:a="http://schemas.openxmlformats.org/drawingml/2006/main">
              <a:ext uri="{FF2B5EF4-FFF2-40B4-BE49-F238E27FC236}">
                <a16:creationId xmlns:a16="http://schemas.microsoft.com/office/drawing/2014/main" id="{B6E3B1C7-6A8B-23EE-6251-DC1067C6ADE9}"/>
              </a:ext>
            </a:extLst>
          </p:cNvPr>
          <p:cNvSpPr>
            <a:spLocks xmlns:a="http://schemas.openxmlformats.org/drawingml/2006/main" noGrp="1"/>
          </p:cNvSpPr>
          <p:nvPr>
            <p:ph type="body" idx="12"/>
          </p:nvPr>
        </p:nvSpPr>
        <p:spPr>
          <a:xfrm xmlns:a="http://schemas.openxmlformats.org/drawingml/2006/main">
            <a:off x="807164" y="1431693"/>
            <a:ext cx="4275138" cy="477520"/>
          </a:xfrm>
        </p:spPr>
        <p:txBody>
          <a:bodyPr xmlns:a="http://schemas.openxmlformats.org/drawingml/2006/main"/>
          <a:lstStyle xmlns:a="http://schemas.openxmlformats.org/drawingml/2006/main"/>
          <a:p xmlns:a="http://schemas.openxmlformats.org/drawingml/2006/main">
            <a:pPr marL="0" indent="0">
              <a:buNone/>
            </a:pPr>
            <a:r>
              <a:t/>
            </a:r>
            <a:endParaRPr/>
          </a:p>
        </p:txBody>
      </p:sp>
      <p:graphicFrame>
        <p:nvGraphicFramePr>
          <p:cNvPr id="20" name="Chart"/>
          <p:cNvGraphicFramePr/>
          <p:nvPr/>
        </p:nvGraphicFramePr>
        <p:xfrm>
          <a:off xmlns:a="http://schemas.openxmlformats.org/drawingml/2006/main" x="571500" y="1428750"/>
          <a:ext xmlns:a="http://schemas.openxmlformats.org/drawingml/2006/main" cx="4905375" cy="3714750"/>
        </p:xfrm>
        <a:graphic xmlns:a="http://schemas.openxmlformats.org/drawingml/2006/main">
          <a:graphicData uri="http://schemas.openxmlformats.org/drawingml/2006/chart">
            <c:chart xmlns:r="http://schemas.openxmlformats.org/officeDocument/2006/relationships" xmlns:c="http://schemas.openxmlformats.org/drawingml/2006/chart" r:id="Race9f658faff46e9"/>
          </a:graphicData>
        </a:graphic>
      </p:graphicFrame>
      <p:graphicFrame>
        <p:nvGraphicFramePr>
          <p:cNvPr id="21" name="Chart"/>
          <p:cNvGraphicFramePr/>
          <p:nvPr/>
        </p:nvGraphicFramePr>
        <p:xfrm>
          <a:off xmlns:a="http://schemas.openxmlformats.org/drawingml/2006/main" x="5715000" y="1428750"/>
          <a:ext xmlns:a="http://schemas.openxmlformats.org/drawingml/2006/main" cx="2905125" cy="3714750"/>
        </p:xfrm>
        <a:graphic xmlns:a="http://schemas.openxmlformats.org/drawingml/2006/main">
          <a:graphicData uri="http://schemas.openxmlformats.org/drawingml/2006/chart">
            <c:chart xmlns:r="http://schemas.openxmlformats.org/officeDocument/2006/relationships" xmlns:c="http://schemas.openxmlformats.org/drawingml/2006/chart" r:id="R44916567a5b846a7"/>
          </a:graphicData>
        </a:graphic>
      </p:graphicFrame>
      <p:sp>
        <p:nvSpPr>
          <p:cNvPr id="14" name="">
            <a:extLst xmlns:a="http://schemas.openxmlformats.org/drawingml/2006/main">
              <a:ext uri="{FF2B5EF4-FFF2-40B4-BE49-F238E27FC236}">
                <a16:creationId xmlns:a16="http://schemas.microsoft.com/office/drawing/2014/main" id="{2F6592AF-908C-404E-8753-6587955B818B}"/>
              </a:ext>
            </a:extLst>
          </p:cNvPr>
          <p:cNvSpPr>
            <a:spLocks xmlns:a="http://schemas.openxmlformats.org/drawingml/2006/main" noGrp="1"/>
          </p:cNvSpPr>
          <p:nvPr/>
        </p:nvSpPr>
        <p:spPr>
          <a:xfrm xmlns:a="http://schemas.openxmlformats.org/drawingml/2006/main">
            <a:off x="742950" y="5505450"/>
            <a:ext cx="762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561"/>
          </a:bodyPr>
          <a:lstStyle xmlns:a="http://schemas.openxmlformats.org/drawingml/2006/main"/>
          <a:p xmlns:a="http://schemas.openxmlformats.org/drawingml/2006/main">
            <a:pPr algn="l">
              <a:defRPr sz="1425" b="1">
                <a:solidFill>
                  <a:srgbClr val="17365D"/>
                </a:solidFill>
                <a:latin typeface="DejaVu Sans"/>
                <a:ea typeface="DejaVu Sans"/>
                <a:cs typeface="DejaVu Sans"/>
              </a:defRPr>
            </a:pPr>
            <a:r>
              <a:rPr sz="1425" b="1">
                <a:solidFill>
                  <a:srgbClr val="17365D"/>
                </a:solidFill>
                <a:latin typeface="DejaVu Sans"/>
                <a:ea typeface="DejaVu Sans"/>
                <a:cs typeface="DejaVu Sans"/>
              </a:rPr>
              <a:t>Zaid produces a 4.8% aggregate loss. Kharif produces a 25.2% aggregate profit margin.</a:t>
            </a:r>
          </a:p>
        </p:txBody>
      </p:sp>
    </p:spTree>
    <p:extLst>
      <p:ext uri="{BB962C8B-B14F-4D97-AF65-F5344CB8AC3E}">
        <p14:creationId xmlns:p14="http://schemas.microsoft.com/office/powerpoint/2010/main" val="16989017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4"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31ca1ba12a194112"/>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15FD49EE-0956-AAE3-737B-15F7D4267C1A}"/>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33699"/>
          </a:bodyPr>
          <a:lstStyle xmlns:a="http://schemas.openxmlformats.org/drawingml/2006/main"/>
          <a:p xmlns:a="http://schemas.openxmlformats.org/drawingml/2006/main">
            <a:r>
              <a:t>THE SEASONAL YIELD ORDER PERSISTS BY CROP</a:t>
            </a:r>
            <a:endParaRPr/>
          </a:p>
        </p:txBody>
      </p:sp>
      <p:sp>
        <p:nvSpPr>
          <p:cNvPr id="7" name="Text Placeholder 30">
            <a:extLst xmlns:a="http://schemas.openxmlformats.org/drawingml/2006/main">
              <a:ext uri="{FF2B5EF4-FFF2-40B4-BE49-F238E27FC236}">
                <a16:creationId xmlns:a16="http://schemas.microsoft.com/office/drawing/2014/main" id="{D224F8B1-34DD-5A54-7F70-25EBA532E6E1}"/>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25A36120-3EFF-6A69-8D23-42BFD883ADDA}"/>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Text Placeholder 1">
            <a:extLst xmlns:a="http://schemas.openxmlformats.org/drawingml/2006/main">
              <a:ext uri="{FF2B5EF4-FFF2-40B4-BE49-F238E27FC236}">
                <a16:creationId xmlns:a16="http://schemas.microsoft.com/office/drawing/2014/main" id="{2B7B89A1-9444-8322-CADC-42D31D698FA8}"/>
              </a:ext>
            </a:extLst>
          </p:cNvPr>
          <p:cNvSpPr>
            <a:spLocks xmlns:a="http://schemas.openxmlformats.org/drawingml/2006/main" noGrp="1"/>
          </p:cNvSpPr>
          <p:nvPr>
            <p:ph type="body" idx="12"/>
          </p:nvPr>
        </p:nvSpPr>
        <p:spPr>
          <a:xfrm xmlns:a="http://schemas.openxmlformats.org/drawingml/2006/main">
            <a:off x="807164" y="1431693"/>
            <a:ext cx="4275138" cy="477520"/>
          </a:xfrm>
        </p:spPr>
        <p:txBody>
          <a:bodyPr xmlns:a="http://schemas.openxmlformats.org/drawingml/2006/main"/>
          <a:lstStyle xmlns:a="http://schemas.openxmlformats.org/drawingml/2006/main"/>
          <a:p xmlns:a="http://schemas.openxmlformats.org/drawingml/2006/main">
            <a:pPr marL="0" indent="0">
              <a:buNone/>
            </a:pPr>
            <a:r>
              <a:t/>
            </a:r>
            <a:endParaRPr/>
          </a:p>
        </p:txBody>
      </p:sp>
      <p:graphicFrame>
        <p:nvGraphicFramePr>
          <p:cNvPr id="19" name="Chart"/>
          <p:cNvGraphicFramePr/>
          <p:nvPr/>
        </p:nvGraphicFramePr>
        <p:xfrm>
          <a:off xmlns:a="http://schemas.openxmlformats.org/drawingml/2006/main" x="523875" y="1381125"/>
          <a:ext xmlns:a="http://schemas.openxmlformats.org/drawingml/2006/main" cx="8096250" cy="4095750"/>
        </p:xfrm>
        <a:graphic xmlns:a="http://schemas.openxmlformats.org/drawingml/2006/main">
          <a:graphicData uri="http://schemas.openxmlformats.org/drawingml/2006/chart">
            <c:chart xmlns:r="http://schemas.openxmlformats.org/officeDocument/2006/relationships" xmlns:c="http://schemas.openxmlformats.org/drawingml/2006/chart" r:id="R9172c79c5d3c420a"/>
          </a:graphicData>
        </a:graphic>
      </p:graphicFrame>
      <p:sp>
        <p:nvSpPr>
          <p:cNvPr id="13" name="">
            <a:extLst xmlns:a="http://schemas.openxmlformats.org/drawingml/2006/main">
              <a:ext uri="{FF2B5EF4-FFF2-40B4-BE49-F238E27FC236}">
                <a16:creationId xmlns:a16="http://schemas.microsoft.com/office/drawing/2014/main" id="{82D0944D-E3E4-4354-9056-1C17F3010252}"/>
              </a:ext>
            </a:extLst>
          </p:cNvPr>
          <p:cNvSpPr>
            <a:spLocks xmlns:a="http://schemas.openxmlformats.org/drawingml/2006/main" noGrp="1"/>
          </p:cNvSpPr>
          <p:nvPr/>
        </p:nvSpPr>
        <p:spPr>
          <a:xfrm xmlns:a="http://schemas.openxmlformats.org/drawingml/2006/main">
            <a:off x="685800" y="5619750"/>
            <a:ext cx="7810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05A64"/>
                </a:solidFill>
                <a:latin typeface="DejaVu Sans"/>
                <a:ea typeface="DejaVu Sans"/>
                <a:cs typeface="DejaVu Sans"/>
              </a:defRPr>
            </a:pPr>
            <a:r>
              <a:rPr sz="1275" b="0">
                <a:solidFill>
                  <a:srgbClr val="505A64"/>
                </a:solidFill>
                <a:latin typeface="DejaVu Sans"/>
                <a:ea typeface="DejaVu Sans"/>
                <a:cs typeface="DejaVu Sans"/>
              </a:rPr>
              <a:t>Sugarcane follows the same order but uses a much larger yield scale: 53.46 Kharif, 43.94 Rabi and 38.42 Zaid t/ha.</a:t>
            </a:r>
          </a:p>
        </p:txBody>
      </p:sp>
    </p:spTree>
    <p:extLst>
      <p:ext uri="{BB962C8B-B14F-4D97-AF65-F5344CB8AC3E}">
        <p14:creationId xmlns:p14="http://schemas.microsoft.com/office/powerpoint/2010/main" val="190397982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5"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084620b4ab8f471c"/>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99E35150-35BD-1B1F-9A8C-890DBFDF3B54}"/>
              </a:ext>
            </a:extLst>
          </p:cNvPr>
          <p:cNvSpPr>
            <a:spLocks xmlns:a="http://schemas.openxmlformats.org/drawingml/2006/main" noGrp="1"/>
          </p:cNvSpPr>
          <p:nvPr>
            <p:ph type="title" idx="0"/>
          </p:nvPr>
        </p:nvSpPr>
        <p:spPr>
          <a:xfrm xmlns:a="http://schemas.openxmlformats.org/drawingml/2006/main">
            <a:off x="675957" y="370589"/>
            <a:ext cx="2981643" cy="830997"/>
          </a:xfrm>
        </p:spPr>
        <p:txBody>
          <a:bodyPr xmlns:a="http://schemas.openxmlformats.org/drawingml/2006/main">
            <a:normAutofit fontScale="33699"/>
          </a:bodyPr>
          <a:lstStyle xmlns:a="http://schemas.openxmlformats.org/drawingml/2006/main"/>
          <a:p xmlns:a="http://schemas.openxmlformats.org/drawingml/2006/main">
            <a:r>
              <a:t>IRRIGATION METHODS SHOW DIFFERENT TRADE-OFFS</a:t>
            </a:r>
            <a:endParaRPr/>
          </a:p>
        </p:txBody>
      </p:sp>
      <p:sp>
        <p:nvSpPr>
          <p:cNvPr id="7" name="Text Placeholder 30">
            <a:extLst xmlns:a="http://schemas.openxmlformats.org/drawingml/2006/main">
              <a:ext uri="{FF2B5EF4-FFF2-40B4-BE49-F238E27FC236}">
                <a16:creationId xmlns:a16="http://schemas.microsoft.com/office/drawing/2014/main" id="{5A2A9BCE-A757-223C-2A3D-44341FB27A61}"/>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1EED58A7-2CD5-1355-8D1D-DD62A1ED8CB5}"/>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Text Placeholder 1">
            <a:extLst xmlns:a="http://schemas.openxmlformats.org/drawingml/2006/main">
              <a:ext uri="{FF2B5EF4-FFF2-40B4-BE49-F238E27FC236}">
                <a16:creationId xmlns:a16="http://schemas.microsoft.com/office/drawing/2014/main" id="{F85C769B-425A-FE3B-E47A-3B747985DC52}"/>
              </a:ext>
            </a:extLst>
          </p:cNvPr>
          <p:cNvSpPr>
            <a:spLocks xmlns:a="http://schemas.openxmlformats.org/drawingml/2006/main" noGrp="1"/>
          </p:cNvSpPr>
          <p:nvPr>
            <p:ph type="body" idx="12"/>
          </p:nvPr>
        </p:nvSpPr>
        <p:spPr>
          <a:xfrm xmlns:a="http://schemas.openxmlformats.org/drawingml/2006/main">
            <a:off x="807164" y="1431693"/>
            <a:ext cx="4275138" cy="477520"/>
          </a:xfrm>
        </p:spPr>
        <p:txBody>
          <a:bodyPr xmlns:a="http://schemas.openxmlformats.org/drawingml/2006/main"/>
          <a:lstStyle xmlns:a="http://schemas.openxmlformats.org/drawingml/2006/main"/>
          <a:p xmlns:a="http://schemas.openxmlformats.org/drawingml/2006/main">
            <a:pPr marL="0" indent="0">
              <a:buNone/>
            </a:pPr>
            <a:r>
              <a:t/>
            </a:r>
            <a:endParaRPr/>
          </a:p>
        </p:txBody>
      </p:sp>
      <p:graphicFrame>
        <p:nvGraphicFramePr>
          <p:cNvPr id="20" name="Chart"/>
          <p:cNvGraphicFramePr/>
          <p:nvPr/>
        </p:nvGraphicFramePr>
        <p:xfrm>
          <a:off xmlns:a="http://schemas.openxmlformats.org/drawingml/2006/main" x="523875" y="1428750"/>
          <a:ext xmlns:a="http://schemas.openxmlformats.org/drawingml/2006/main" cx="3952875" cy="3714750"/>
        </p:xfrm>
        <a:graphic xmlns:a="http://schemas.openxmlformats.org/drawingml/2006/main">
          <a:graphicData uri="http://schemas.openxmlformats.org/drawingml/2006/chart">
            <c:chart xmlns:r="http://schemas.openxmlformats.org/officeDocument/2006/relationships" xmlns:c="http://schemas.openxmlformats.org/drawingml/2006/chart" r:id="R9f0ca14187674ba8"/>
          </a:graphicData>
        </a:graphic>
      </p:graphicFrame>
      <p:graphicFrame>
        <p:nvGraphicFramePr>
          <p:cNvPr id="21" name="Chart"/>
          <p:cNvGraphicFramePr/>
          <p:nvPr/>
        </p:nvGraphicFramePr>
        <p:xfrm>
          <a:off xmlns:a="http://schemas.openxmlformats.org/drawingml/2006/main" x="4762500" y="1428750"/>
          <a:ext xmlns:a="http://schemas.openxmlformats.org/drawingml/2006/main" cx="3952875" cy="3714750"/>
        </p:xfrm>
        <a:graphic xmlns:a="http://schemas.openxmlformats.org/drawingml/2006/main">
          <a:graphicData uri="http://schemas.openxmlformats.org/drawingml/2006/chart">
            <c:chart xmlns:r="http://schemas.openxmlformats.org/officeDocument/2006/relationships" xmlns:c="http://schemas.openxmlformats.org/drawingml/2006/chart" r:id="R1f63d3e5178545b7"/>
          </a:graphicData>
        </a:graphic>
      </p:graphicFrame>
      <p:sp>
        <p:nvSpPr>
          <p:cNvPr id="14" name="">
            <a:extLst xmlns:a="http://schemas.openxmlformats.org/drawingml/2006/main">
              <a:ext uri="{FF2B5EF4-FFF2-40B4-BE49-F238E27FC236}">
                <a16:creationId xmlns:a16="http://schemas.microsoft.com/office/drawing/2014/main" id="{D20BD783-0241-4846-BE85-DE42A6A82528}"/>
              </a:ext>
            </a:extLst>
          </p:cNvPr>
          <p:cNvSpPr>
            <a:spLocks xmlns:a="http://schemas.openxmlformats.org/drawingml/2006/main" noGrp="1"/>
          </p:cNvSpPr>
          <p:nvPr/>
        </p:nvSpPr>
        <p:spPr>
          <a:xfrm xmlns:a="http://schemas.openxmlformats.org/drawingml/2006/main">
            <a:off x="685800" y="5524500"/>
            <a:ext cx="7858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7365D"/>
                </a:solidFill>
                <a:latin typeface="DejaVu Sans"/>
                <a:ea typeface="DejaVu Sans"/>
                <a:cs typeface="DejaVu Sans"/>
              </a:defRPr>
            </a:pPr>
            <a:r>
              <a:rPr sz="1350" b="1">
                <a:solidFill>
                  <a:srgbClr val="17365D"/>
                </a:solidFill>
                <a:latin typeface="DejaVu Sans"/>
                <a:ea typeface="DejaVu Sans"/>
                <a:cs typeface="DejaVu Sans"/>
              </a:rPr>
              <a:t>Drip has the highest mean yield and profit. Rainfed has the highest recorded water-efficiency ratio, which may reflect lower measured water use.</a:t>
            </a:r>
          </a:p>
        </p:txBody>
      </p:sp>
    </p:spTree>
    <p:extLst>
      <p:ext uri="{BB962C8B-B14F-4D97-AF65-F5344CB8AC3E}">
        <p14:creationId xmlns:p14="http://schemas.microsoft.com/office/powerpoint/2010/main" val="142152226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4"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21cf43cc64ae4373"/>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9B097C2C-D75A-31D4-CD9F-366F39CDE51D}"/>
              </a:ext>
            </a:extLst>
          </p:cNvPr>
          <p:cNvSpPr>
            <a:spLocks xmlns:a="http://schemas.openxmlformats.org/drawingml/2006/main" noGrp="1"/>
          </p:cNvSpPr>
          <p:nvPr>
            <p:ph type="title" idx="0"/>
          </p:nvPr>
        </p:nvSpPr>
        <p:spPr>
          <a:xfrm xmlns:a="http://schemas.openxmlformats.org/drawingml/2006/main">
            <a:off x="675957" y="370589"/>
            <a:ext cx="4735798" cy="830997"/>
          </a:xfrm>
        </p:spPr>
        <p:txBody>
          <a:bodyPr xmlns:a="http://schemas.openxmlformats.org/drawingml/2006/main">
            <a:normAutofit fontScale="60659"/>
          </a:bodyPr>
          <a:lstStyle xmlns:a="http://schemas.openxmlformats.org/drawingml/2006/main"/>
          <a:p xmlns:a="http://schemas.openxmlformats.org/drawingml/2006/main">
            <a:r>
              <a:rPr sz="4000"/>
              <a:t>RECOMMENDATIONS AND FUTURE SCOPE</a:t>
            </a:r>
          </a:p>
        </p:txBody>
      </p:sp>
      <p:sp>
        <p:nvSpPr>
          <p:cNvPr id="7" name="Text Placeholder 30">
            <a:extLst xmlns:a="http://schemas.openxmlformats.org/drawingml/2006/main">
              <a:ext uri="{FF2B5EF4-FFF2-40B4-BE49-F238E27FC236}">
                <a16:creationId xmlns:a16="http://schemas.microsoft.com/office/drawing/2014/main" id="{B7444DDE-63A3-9721-77CC-C93FED110DAF}"/>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2C8A8B73-0C64-E012-F561-D7FE5E322230}"/>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
            <a:extLst xmlns:a="http://schemas.openxmlformats.org/drawingml/2006/main">
              <a:ext uri="{FF2B5EF4-FFF2-40B4-BE49-F238E27FC236}">
                <a16:creationId xmlns:a16="http://schemas.microsoft.com/office/drawing/2014/main" id="{79D6F707-A5FA-4893-A7C2-E2749202E156}"/>
              </a:ext>
            </a:extLst>
          </p:cNvPr>
          <p:cNvSpPr>
            <a:spLocks xmlns:a="http://schemas.openxmlformats.org/drawingml/2006/main" noGrp="1"/>
          </p:cNvSpPr>
          <p:nvPr/>
        </p:nvSpPr>
        <p:spPr>
          <a:xfrm xmlns:a="http://schemas.openxmlformats.org/drawingml/2006/main">
            <a:off x="714375" y="147637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7365D"/>
                </a:solidFill>
                <a:latin typeface="DejaVu Sans"/>
                <a:ea typeface="DejaVu Sans"/>
                <a:cs typeface="DejaVu Sans"/>
              </a:defRPr>
            </a:pPr>
            <a:r>
              <a:rPr sz="1875" b="1">
                <a:solidFill>
                  <a:srgbClr val="17365D"/>
                </a:solidFill>
                <a:latin typeface="DejaVu Sans"/>
                <a:ea typeface="DejaVu Sans"/>
                <a:cs typeface="DejaVu Sans"/>
              </a:rPr>
              <a:t>Immediate priorities</a:t>
            </a:r>
          </a:p>
        </p:txBody>
      </p:sp>
      <p:sp>
        <p:nvSpPr>
          <p:cNvPr id="11" name="">
            <a:extLst xmlns:a="http://schemas.openxmlformats.org/drawingml/2006/main">
              <a:ext uri="{FF2B5EF4-FFF2-40B4-BE49-F238E27FC236}">
                <a16:creationId xmlns:a16="http://schemas.microsoft.com/office/drawing/2014/main" id="{A731E36B-3132-48FD-82F7-37EC4FBB7EEA}"/>
              </a:ext>
            </a:extLst>
          </p:cNvPr>
          <p:cNvSpPr>
            <a:spLocks xmlns:a="http://schemas.openxmlformats.org/drawingml/2006/main" noGrp="1"/>
          </p:cNvSpPr>
          <p:nvPr/>
        </p:nvSpPr>
        <p:spPr>
          <a:xfrm xmlns:a="http://schemas.openxmlformats.org/drawingml/2006/main">
            <a:off x="714375" y="2000250"/>
            <a:ext cx="7429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Focus field reviews on Zaid farms.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Test drip irrigation within the same crop and region.</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Track profit per hectare alongside yield.</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Investigate cost and price drivers behind cereal losses.</a:t>
            </a:r>
          </a:p>
        </p:txBody>
      </p:sp>
      <p:sp>
        <p:nvSpPr>
          <p:cNvPr id="12" name="">
            <a:extLst xmlns:a="http://schemas.openxmlformats.org/drawingml/2006/main">
              <a:ext uri="{FF2B5EF4-FFF2-40B4-BE49-F238E27FC236}">
                <a16:creationId xmlns:a16="http://schemas.microsoft.com/office/drawing/2014/main" id="{92EA318C-E8F2-4096-A479-96F3EC0288BC}"/>
              </a:ext>
            </a:extLst>
          </p:cNvPr>
          <p:cNvSpPr>
            <a:spLocks xmlns:a="http://schemas.openxmlformats.org/drawingml/2006/main" noGrp="1"/>
          </p:cNvSpPr>
          <p:nvPr/>
        </p:nvSpPr>
        <p:spPr>
          <a:xfrm xmlns:a="http://schemas.openxmlformats.org/drawingml/2006/main">
            <a:off x="714375" y="400050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7365D"/>
                </a:solidFill>
                <a:latin typeface="DejaVu Sans"/>
                <a:ea typeface="DejaVu Sans"/>
                <a:cs typeface="DejaVu Sans"/>
              </a:defRPr>
            </a:pPr>
            <a:r>
              <a:rPr sz="1875" b="1">
                <a:solidFill>
                  <a:srgbClr val="17365D"/>
                </a:solidFill>
                <a:latin typeface="DejaVu Sans"/>
                <a:ea typeface="DejaVu Sans"/>
                <a:cs typeface="DejaVu Sans"/>
              </a:rPr>
              <a:t>Future analysis</a:t>
            </a:r>
          </a:p>
        </p:txBody>
      </p:sp>
      <p:sp>
        <p:nvSpPr>
          <p:cNvPr id="13" name="">
            <a:extLst xmlns:a="http://schemas.openxmlformats.org/drawingml/2006/main">
              <a:ext uri="{FF2B5EF4-FFF2-40B4-BE49-F238E27FC236}">
                <a16:creationId xmlns:a16="http://schemas.microsoft.com/office/drawing/2014/main" id="{D8D844A9-0771-471A-BE78-14F784765350}"/>
              </a:ext>
            </a:extLst>
          </p:cNvPr>
          <p:cNvSpPr>
            <a:spLocks xmlns:a="http://schemas.openxmlformats.org/drawingml/2006/main" noGrp="1"/>
          </p:cNvSpPr>
          <p:nvPr/>
        </p:nvSpPr>
        <p:spPr>
          <a:xfrm xmlns:a="http://schemas.openxmlformats.org/drawingml/2006/main">
            <a:off x="714375" y="4524375"/>
            <a:ext cx="7524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Add year and planting-date fields for time trends.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Validate district-to-state mappings.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Use field trials to test causal effects.</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Build crop-specific models with soil and weather interactions.</a:t>
            </a:r>
          </a:p>
        </p:txBody>
      </p:sp>
    </p:spTree>
    <p:extLst>
      <p:ext uri="{BB962C8B-B14F-4D97-AF65-F5344CB8AC3E}">
        <p14:creationId xmlns:p14="http://schemas.microsoft.com/office/powerpoint/2010/main" val="77682814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3"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707a79041c324122"/>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901A2257-2F98-CB88-038E-C0F1D0A1A363}"/>
              </a:ext>
            </a:extLst>
          </p:cNvPr>
          <p:cNvSpPr>
            <a:spLocks xmlns:a="http://schemas.openxmlformats.org/drawingml/2006/main" noGrp="1"/>
          </p:cNvSpPr>
          <p:nvPr>
            <p:ph type="title" idx="0"/>
          </p:nvPr>
        </p:nvSpPr>
        <p:spPr>
          <a:xfrm xmlns:a="http://schemas.openxmlformats.org/drawingml/2006/main">
            <a:off x="675957" y="370589"/>
            <a:ext cx="4735798" cy="830997"/>
          </a:xfrm>
        </p:spPr>
        <p:txBody>
          <a:bodyPr xmlns:a="http://schemas.openxmlformats.org/drawingml/2006/main">
            <a:normAutofit fontScale="84112"/>
          </a:bodyPr>
          <a:lstStyle xmlns:a="http://schemas.openxmlformats.org/drawingml/2006/main"/>
          <a:p xmlns:a="http://schemas.openxmlformats.org/drawingml/2006/main">
            <a:r>
              <a:rPr sz="4000"/>
              <a:t>GITHUB REPOSITORY</a:t>
            </a:r>
          </a:p>
        </p:txBody>
      </p:sp>
      <p:sp>
        <p:nvSpPr>
          <p:cNvPr id="7" name="Text Placeholder 30">
            <a:extLst xmlns:a="http://schemas.openxmlformats.org/drawingml/2006/main">
              <a:ext uri="{FF2B5EF4-FFF2-40B4-BE49-F238E27FC236}">
                <a16:creationId xmlns:a16="http://schemas.microsoft.com/office/drawing/2014/main" id="{AF1C8809-654A-4DD1-BB18-87B8B6C020B9}"/>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0F7D0B46-DEEA-1B5E-FE84-59D11F3B1105}"/>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3" name="TextBox 2">
            <a:extLst xmlns:a="http://schemas.openxmlformats.org/drawingml/2006/main">
              <a:ext uri="{FF2B5EF4-FFF2-40B4-BE49-F238E27FC236}">
                <a16:creationId xmlns:a16="http://schemas.microsoft.com/office/drawing/2014/main" id="{5F0B37E4-66B1-8633-7266-68B321742757}"/>
              </a:ext>
            </a:extLst>
          </p:cNvPr>
          <p:cNvSpPr>
            <a:spLocks xmlns:a="http://schemas.openxmlformats.org/drawingml/2006/main" noGrp="1"/>
          </p:cNvSpPr>
          <p:nvPr/>
        </p:nvSpPr>
        <p:spPr>
          <a:xfrm xmlns:a="http://schemas.openxmlformats.org/drawingml/2006/main">
            <a:off x="729256" y="1440320"/>
            <a:ext cx="7232875"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t>[Add your GitHub repository URL after uploading the notebook and dataset]</a:t>
            </a:r>
          </a:p>
        </p:txBody>
      </p:sp>
      <p:sp>
        <p:nvSpPr>
          <p:cNvPr id="10" name="">
            <a:extLst xmlns:a="http://schemas.openxmlformats.org/drawingml/2006/main">
              <a:ext uri="{FF2B5EF4-FFF2-40B4-BE49-F238E27FC236}">
                <a16:creationId xmlns:a16="http://schemas.microsoft.com/office/drawing/2014/main" id="{51BDCC62-D70B-459D-B9E4-2D8FE6CC43CA}"/>
              </a:ext>
            </a:extLst>
          </p:cNvPr>
          <p:cNvSpPr>
            <a:spLocks xmlns:a="http://schemas.openxmlformats.org/drawingml/2006/main" noGrp="1"/>
          </p:cNvSpPr>
          <p:nvPr/>
        </p:nvSpPr>
        <p:spPr>
          <a:xfrm xmlns:a="http://schemas.openxmlformats.org/drawingml/2006/main">
            <a:off x="723900" y="2524125"/>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7365D"/>
                </a:solidFill>
                <a:latin typeface="DejaVu Sans"/>
                <a:ea typeface="DejaVu Sans"/>
                <a:cs typeface="DejaVu Sans"/>
              </a:defRPr>
            </a:pPr>
            <a:r>
              <a:rPr sz="1875" b="1">
                <a:solidFill>
                  <a:srgbClr val="17365D"/>
                </a:solidFill>
                <a:latin typeface="DejaVu Sans"/>
                <a:ea typeface="DejaVu Sans"/>
                <a:cs typeface="DejaVu Sans"/>
              </a:rPr>
              <a:t>Files to upload</a:t>
            </a:r>
          </a:p>
        </p:txBody>
      </p:sp>
      <p:sp>
        <p:nvSpPr>
          <p:cNvPr id="11" name="">
            <a:extLst xmlns:a="http://schemas.openxmlformats.org/drawingml/2006/main">
              <a:ext uri="{FF2B5EF4-FFF2-40B4-BE49-F238E27FC236}">
                <a16:creationId xmlns:a16="http://schemas.microsoft.com/office/drawing/2014/main" id="{7BFDF599-AEC6-4957-A7D2-50B9AFFE6DA4}"/>
              </a:ext>
            </a:extLst>
          </p:cNvPr>
          <p:cNvSpPr>
            <a:spLocks xmlns:a="http://schemas.openxmlformats.org/drawingml/2006/main" noGrp="1"/>
          </p:cNvSpPr>
          <p:nvPr/>
        </p:nvSpPr>
        <p:spPr>
          <a:xfrm xmlns:a="http://schemas.openxmlformats.org/drawingml/2006/main">
            <a:off x="723900" y="3095625"/>
            <a:ext cx="7239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Seasonal_Agriculture_Performance_Analysis.ipynb</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seasonal_agriculture_performance_dataset.csv</a:t>
            </a:r>
          </a:p>
          <a:p xmlns:a="http://schemas.openxmlformats.org/drawingml/2006/main">
            <a:pPr algn="l">
              <a:defRPr sz="1500" b="0">
                <a:solidFill>
                  <a:srgbClr val="505A64"/>
                </a:solidFill>
                <a:latin typeface="DejaVu Sans"/>
                <a:ea typeface="DejaVu Sans"/>
                <a:cs typeface="DejaVu Sans"/>
              </a:defRPr>
            </a:pPr>
            <a:r>
              <a:rPr sz="1500" b="0">
                <a:solidFill>
                  <a:srgbClr val="505A64"/>
                </a:solidFill>
                <a:latin typeface="DejaVu Sans"/>
                <a:ea typeface="DejaVu Sans"/>
                <a:cs typeface="DejaVu Sans"/>
              </a:rPr>
              <a:t>Seasonal_Agriculture_Performance_Analysis_Presentation.pptx</a:t>
            </a:r>
          </a:p>
        </p:txBody>
      </p:sp>
      <p:sp>
        <p:nvSpPr>
          <p:cNvPr id="12" name="">
            <a:extLst xmlns:a="http://schemas.openxmlformats.org/drawingml/2006/main">
              <a:ext uri="{FF2B5EF4-FFF2-40B4-BE49-F238E27FC236}">
                <a16:creationId xmlns:a16="http://schemas.microsoft.com/office/drawing/2014/main" id="{1CE4C34A-8B18-47B9-9DEB-27159DBB4CDD}"/>
              </a:ext>
            </a:extLst>
          </p:cNvPr>
          <p:cNvSpPr>
            <a:spLocks xmlns:a="http://schemas.openxmlformats.org/drawingml/2006/main" noGrp="1"/>
          </p:cNvSpPr>
          <p:nvPr/>
        </p:nvSpPr>
        <p:spPr>
          <a:xfrm xmlns:a="http://schemas.openxmlformats.org/drawingml/2006/main">
            <a:off x="723900" y="4953000"/>
            <a:ext cx="723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05A64"/>
                </a:solidFill>
                <a:latin typeface="DejaVu Sans"/>
                <a:ea typeface="DejaVu Sans"/>
                <a:cs typeface="DejaVu Sans"/>
              </a:defRPr>
            </a:pPr>
            <a:r>
              <a:rPr sz="1350" b="0">
                <a:solidFill>
                  <a:srgbClr val="505A64"/>
                </a:solidFill>
                <a:latin typeface="DejaVu Sans"/>
                <a:ea typeface="DejaVu Sans"/>
                <a:cs typeface="DejaVu Sans"/>
              </a:rPr>
              <a:t>Keep the repository public if the submission form requires reviewer access.</a:t>
            </a:r>
          </a:p>
        </p:txBody>
      </p:sp>
    </p:spTree>
    <p:extLst>
      <p:ext uri="{BB962C8B-B14F-4D97-AF65-F5344CB8AC3E}">
        <p14:creationId xmlns:p14="http://schemas.microsoft.com/office/powerpoint/2010/main" val="386361042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da5b27e4637c4324"/>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4" name="Title 3">
            <a:extLst xmlns:a="http://schemas.openxmlformats.org/drawingml/2006/main">
              <a:ext uri="{FF2B5EF4-FFF2-40B4-BE49-F238E27FC236}">
                <a16:creationId xmlns:a16="http://schemas.microsoft.com/office/drawing/2014/main" id="{42B692F6-18B4-BC16-EA0C-48FFBD5621DF}"/>
              </a:ext>
            </a:extLst>
          </p:cNvPr>
          <p:cNvSpPr>
            <a:spLocks xmlns:a="http://schemas.openxmlformats.org/drawingml/2006/main" noGrp="1"/>
          </p:cNvSpPr>
          <p:nvPr>
            <p:ph type="title" idx="0"/>
          </p:nvPr>
        </p:nvSpPr>
        <p:spPr>
          <a:xfrm xmlns:a="http://schemas.openxmlformats.org/drawingml/2006/main">
            <a:off x="675957" y="370589"/>
            <a:ext cx="8351388" cy="884658"/>
          </a:xfrm>
        </p:spPr>
        <p:txBody>
          <a:bodyPr xmlns:a="http://schemas.openxmlformats.org/drawingml/2006/main">
            <a:normAutofit fontScale="81326"/>
          </a:bodyPr>
          <a:lstStyle xmlns:a="http://schemas.openxmlformats.org/drawingml/2006/main"/>
          <a:p xmlns:a="http://schemas.openxmlformats.org/drawingml/2006/main">
            <a:r>
              <a:rPr sz="3200"/>
              <a:t>VOIS COURSE COMPLETION CERTIFICATE</a:t>
            </a:r>
          </a:p>
          <a:p xmlns:a="http://schemas.openxmlformats.org/drawingml/2006/main">
            <a:r>
              <a:rPr sz="3200"/>
              <a:t>Course: Data Visualization</a:t>
            </a:r>
          </a:p>
        </p:txBody>
      </p:sp>
      <p:sp>
        <p:nvSpPr>
          <p:cNvPr id="7" name="Text Placeholder 30">
            <a:extLst xmlns:a="http://schemas.openxmlformats.org/drawingml/2006/main">
              <a:ext uri="{FF2B5EF4-FFF2-40B4-BE49-F238E27FC236}">
                <a16:creationId xmlns:a16="http://schemas.microsoft.com/office/drawing/2014/main" id="{069BD300-7A70-B076-3B4C-43081E893162}"/>
              </a:ext>
            </a:extLst>
          </p:cNvPr>
          <p:cNvSpPr>
            <a:spLocks xmlns:a="http://schemas.openxmlformats.org/drawingml/2006/main" noGrp="1"/>
          </p:cNvSpPr>
          <p:nvPr/>
        </p:nvSpPr>
        <p:spPr>
          <a:xfrm xmlns:a="http://schemas.openxmlformats.org/drawingml/2006/main">
            <a:off x="320982"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8" name="Text Placeholder 30">
            <a:extLst xmlns:a="http://schemas.openxmlformats.org/drawingml/2006/main">
              <a:ext uri="{FF2B5EF4-FFF2-40B4-BE49-F238E27FC236}">
                <a16:creationId xmlns:a16="http://schemas.microsoft.com/office/drawing/2014/main" id="{8C1854F2-9914-C22F-FF0B-693CD1D0F966}"/>
              </a:ext>
            </a:extLst>
          </p:cNvPr>
          <p:cNvSpPr>
            <a:spLocks xmlns:a="http://schemas.openxmlformats.org/drawingml/2006/main" noGrp="1"/>
          </p:cNvSpPr>
          <p:nvPr/>
        </p:nvSpPr>
        <p:spPr>
          <a:xfrm xmlns:a="http://schemas.openxmlformats.org/drawingml/2006/main">
            <a:off x="4345694" y="1275371"/>
            <a:ext cx="3343561" cy="66607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000"/>
          </a:p>
        </p:txBody>
      </p:sp>
      <p:sp>
        <p:nvSpPr>
          <p:cNvPr id="10" name="">
            <a:extLst xmlns:a="http://schemas.openxmlformats.org/drawingml/2006/main">
              <a:ext uri="{FF2B5EF4-FFF2-40B4-BE49-F238E27FC236}">
                <a16:creationId xmlns:a16="http://schemas.microsoft.com/office/drawing/2014/main" id="{67B4DEAE-D101-44BE-B3CD-65335DB4FD1E}"/>
              </a:ext>
            </a:extLst>
          </p:cNvPr>
          <p:cNvSpPr>
            <a:spLocks xmlns:a="http://schemas.openxmlformats.org/drawingml/2006/main" noGrp="1"/>
          </p:cNvSpPr>
          <p:nvPr/>
        </p:nvSpPr>
        <p:spPr>
          <a:xfrm xmlns:a="http://schemas.openxmlformats.org/drawingml/2006/main">
            <a:off x="1143000" y="247650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210"/>
          </a:bodyPr>
          <a:lstStyle xmlns:a="http://schemas.openxmlformats.org/drawingml/2006/main"/>
          <a:p xmlns:a="http://schemas.openxmlformats.org/drawingml/2006/main">
            <a:pPr algn="ctr">
              <a:defRPr sz="2025" b="1">
                <a:solidFill>
                  <a:srgbClr val="17365D"/>
                </a:solidFill>
                <a:latin typeface="DejaVu Sans"/>
                <a:ea typeface="DejaVu Sans"/>
                <a:cs typeface="DejaVu Sans"/>
              </a:defRPr>
            </a:pPr>
            <a:r>
              <a:rPr sz="2025" b="1">
                <a:solidFill>
                  <a:srgbClr val="17365D"/>
                </a:solidFill>
                <a:latin typeface="DejaVu Sans"/>
                <a:ea typeface="DejaVu Sans"/>
                <a:cs typeface="DejaVu Sans"/>
              </a:rPr>
              <a:t>[Insert your course completion certificate image here]</a:t>
            </a:r>
          </a:p>
        </p:txBody>
      </p:sp>
      <p:sp>
        <p:nvSpPr>
          <p:cNvPr id="11" name="">
            <a:extLst xmlns:a="http://schemas.openxmlformats.org/drawingml/2006/main">
              <a:ext uri="{FF2B5EF4-FFF2-40B4-BE49-F238E27FC236}">
                <a16:creationId xmlns:a16="http://schemas.microsoft.com/office/drawing/2014/main" id="{48399EDA-A625-4F8B-A3AE-966EDBC81CFD}"/>
              </a:ext>
            </a:extLst>
          </p:cNvPr>
          <p:cNvSpPr>
            <a:spLocks xmlns:a="http://schemas.openxmlformats.org/drawingml/2006/main" noGrp="1"/>
          </p:cNvSpPr>
          <p:nvPr/>
        </p:nvSpPr>
        <p:spPr>
          <a:xfrm xmlns:a="http://schemas.openxmlformats.org/drawingml/2006/main">
            <a:off x="1428750" y="3381375"/>
            <a:ext cx="609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defRPr sz="1425" b="0">
                <a:solidFill>
                  <a:srgbClr val="505A64"/>
                </a:solidFill>
                <a:latin typeface="DejaVu Sans"/>
                <a:ea typeface="DejaVu Sans"/>
                <a:cs typeface="DejaVu Sans"/>
              </a:defRPr>
            </a:pPr>
            <a:r>
              <a:rPr sz="1425" b="0">
                <a:solidFill>
                  <a:srgbClr val="505A64"/>
                </a:solidFill>
                <a:latin typeface="DejaVu Sans"/>
                <a:ea typeface="DejaVu Sans"/>
                <a:cs typeface="DejaVu Sans"/>
              </a:rPr>
              <a:t>This personal certificate was not included with the supplied files.</a:t>
            </a:r>
          </a:p>
        </p:txBody>
      </p:sp>
    </p:spTree>
    <p:extLst>
      <p:ext uri="{BB962C8B-B14F-4D97-AF65-F5344CB8AC3E}">
        <p14:creationId xmlns:p14="http://schemas.microsoft.com/office/powerpoint/2010/main" val="396280221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D88C20CF-C1EE-4092-B52D-FD4AB2AB2508}"/>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nchor="ctr">
            <a:normAutofit fontScale="83207"/>
          </a:bodyPr>
          <a:lstStyle xmlns:a="http://schemas.openxmlformats.org/drawingml/2006/main"/>
          <a:p xmlns:a="http://schemas.openxmlformats.org/drawingml/2006/main">
            <a:pPr algn="ctr">
              <a:buNone/>
            </a:pPr>
            <a:r>
              <a:rPr sz="4800" b="1">
                <a:solidFill>
                  <a:schemeClr val="tx1"/>
                </a:solidFill>
              </a:rPr>
              <a:t>Thank you</a:t>
            </a:r>
          </a:p>
        </p:txBody>
      </p:sp>
      <p:sp>
        <p:nvSpPr>
          <p:cNvPr id="31" name="Text Placeholder 30">
            <a:extLst xmlns:a="http://schemas.openxmlformats.org/drawingml/2006/main">
              <a:ext uri="{FF2B5EF4-FFF2-40B4-BE49-F238E27FC236}">
                <a16:creationId xmlns:a16="http://schemas.microsoft.com/office/drawing/2014/main" id="{97AB1F14-3A1E-4057-A473-9975BA59F012}"/>
              </a:ext>
            </a:extLst>
          </p:cNvPr>
          <p:cNvSpPr>
            <a:spLocks xmlns:a="http://schemas.openxmlformats.org/drawingml/2006/main" noGrp="1"/>
          </p:cNvSpPr>
          <p:nvPr>
            <p:ph type="body" idx="13"/>
          </p:nvPr>
        </p:nvSpPr>
        <p:spPr>
          <a:xfrm xmlns:a="http://schemas.openxmlformats.org/drawingml/2006/main">
            <a:off x="3727865" y="4641925"/>
            <a:ext cx="2139695" cy="1108635"/>
          </a:xfrm>
        </p:spPr>
        <p:txBody>
          <a:bodyPr xmlns:a="http://schemas.openxmlformats.org/drawingml/2006/main">
            <a:normAutofit/>
          </a:bodyPr>
          <a:lstStyle xmlns:a="http://schemas.openxmlformats.org/drawingml/2006/main"/>
          <a:p xmlns:a="http://schemas.openxmlformats.org/drawingml/2006/main">
            <a:r>
              <a:t/>
            </a:r>
          </a:p>
        </p:txBody>
      </p:sp>
      <p:sp>
        <p:nvSpPr>
          <p:cNvPr id="17" name="Text Placeholder 28">
            <a:extLst xmlns:a="http://schemas.openxmlformats.org/drawingml/2006/main">
              <a:ext uri="{FF2B5EF4-FFF2-40B4-BE49-F238E27FC236}">
                <a16:creationId xmlns:a16="http://schemas.microsoft.com/office/drawing/2014/main" id="{E212CE24-374D-44D0-8F39-0F5A36E42ED7}"/>
              </a:ext>
            </a:extLst>
          </p:cNvPr>
          <p:cNvSpPr>
            <a:spLocks xmlns:a="http://schemas.openxmlformats.org/drawingml/2006/main" noGrp="1"/>
          </p:cNvSpPr>
          <p:nvPr/>
        </p:nvSpPr>
        <p:spPr>
          <a:xfrm xmlns:a="http://schemas.openxmlformats.org/drawingml/2006/main">
            <a:off x="878337" y="4134780"/>
            <a:ext cx="2596574" cy="453919"/>
          </a:xfrm>
          <a:prstGeom xmlns:a="http://schemas.openxmlformats.org/drawingml/2006/main" prst="rect">
            <a:avLst/>
          </a:prstGeom>
        </p:spPr>
        <p:txBody>
          <a:bodyPr xmlns:a="http://schemas.openxmlformats.org/drawingml/2006/main" vert="horz" lIns="91440" tIns="45720" rIns="91440" bIns="45720">
            <a:normAutofit lnSpcReduction="10000"/>
          </a:bodyPr>
          <a:lstStyle xmlns:a="http://schemas.openxmlformats.org/drawingml/2006/main">
            <a:lvl1pPr marL="0" indent="0" algn="ctr" defTabSz="457200">
              <a:spcBef>
                <a:spcPts val="1000"/>
              </a:spcBef>
              <a:spcAft>
                <a:spcPts val="0"/>
              </a:spcAft>
              <a:buClr>
                <a:schemeClr val="accent1"/>
              </a:buClr>
              <a:buSzPct val="80000"/>
              <a:buFont typeface="Wingdings 3"/>
              <a:buNone/>
              <a:defRPr sz="2000" b="1" kern="1200">
                <a:solidFill>
                  <a:schemeClr val="accent4"/>
                </a:solidFill>
                <a:latin typeface="+mj-lt"/>
                <a:ea typeface="+mj-lt"/>
                <a:cs typeface="+mj-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400"/>
          </a:p>
        </p:txBody>
      </p:sp>
      <p:sp>
        <p:nvSpPr>
          <p:cNvPr id="20" name="Text Placeholder 28">
            <a:extLst xmlns:a="http://schemas.openxmlformats.org/drawingml/2006/main">
              <a:ext uri="{FF2B5EF4-FFF2-40B4-BE49-F238E27FC236}">
                <a16:creationId xmlns:a16="http://schemas.microsoft.com/office/drawing/2014/main" id="{A09A5BC1-0E62-4E6B-A590-951A87D4B4FE}"/>
              </a:ext>
            </a:extLst>
          </p:cNvPr>
          <p:cNvSpPr>
            <a:spLocks xmlns:a="http://schemas.openxmlformats.org/drawingml/2006/main" noGrp="1"/>
          </p:cNvSpPr>
          <p:nvPr/>
        </p:nvSpPr>
        <p:spPr>
          <a:xfrm xmlns:a="http://schemas.openxmlformats.org/drawingml/2006/main">
            <a:off x="5353508" y="3962573"/>
            <a:ext cx="2596574" cy="453919"/>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2000" b="1" kern="1200">
                <a:solidFill>
                  <a:schemeClr val="accent4"/>
                </a:solidFill>
                <a:latin typeface="+mj-lt"/>
                <a:ea typeface="+mj-lt"/>
                <a:cs typeface="+mj-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200"/>
          </a:p>
        </p:txBody>
      </p:sp>
      <p:sp>
        <p:nvSpPr>
          <p:cNvPr id="23" name="Text Placeholder 28">
            <a:extLst xmlns:a="http://schemas.openxmlformats.org/drawingml/2006/main">
              <a:ext uri="{FF2B5EF4-FFF2-40B4-BE49-F238E27FC236}">
                <a16:creationId xmlns:a16="http://schemas.microsoft.com/office/drawing/2014/main" id="{9E6B148F-F3B6-4E6B-9B85-645C039858E8}"/>
              </a:ext>
            </a:extLst>
          </p:cNvPr>
          <p:cNvSpPr>
            <a:spLocks xmlns:a="http://schemas.openxmlformats.org/drawingml/2006/main" noGrp="1"/>
          </p:cNvSpPr>
          <p:nvPr/>
        </p:nvSpPr>
        <p:spPr>
          <a:xfrm xmlns:a="http://schemas.openxmlformats.org/drawingml/2006/main">
            <a:off x="7789163" y="3962572"/>
            <a:ext cx="2596574" cy="453919"/>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2000" b="1" kern="1200">
                <a:solidFill>
                  <a:schemeClr val="accent4"/>
                </a:solidFill>
                <a:latin typeface="+mj-lt"/>
                <a:ea typeface="+mj-lt"/>
                <a:cs typeface="+mj-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sz="2200"/>
          </a:p>
        </p:txBody>
      </p:sp>
      <p:sp>
        <p:nvSpPr>
          <p:cNvPr id="30" name="Text Placeholder 30">
            <a:extLst xmlns:a="http://schemas.openxmlformats.org/drawingml/2006/main">
              <a:ext uri="{FF2B5EF4-FFF2-40B4-BE49-F238E27FC236}">
                <a16:creationId xmlns:a16="http://schemas.microsoft.com/office/drawing/2014/main" id="{D3BF02F6-2753-476A-8046-A85AE3A49748}"/>
              </a:ext>
            </a:extLst>
          </p:cNvPr>
          <p:cNvSpPr>
            <a:spLocks xmlns:a="http://schemas.openxmlformats.org/drawingml/2006/main" noGrp="1"/>
          </p:cNvSpPr>
          <p:nvPr/>
        </p:nvSpPr>
        <p:spPr>
          <a:xfrm xmlns:a="http://schemas.openxmlformats.org/drawingml/2006/main">
            <a:off x="6096000" y="4641925"/>
            <a:ext cx="2139695" cy="1108635"/>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endParaRPr/>
          </a:p>
        </p:txBody>
      </p:sp>
      <p:sp>
        <p:nvSpPr>
          <p:cNvPr id="32" name="Text Placeholder 30">
            <a:extLst xmlns:a="http://schemas.openxmlformats.org/drawingml/2006/main">
              <a:ext uri="{FF2B5EF4-FFF2-40B4-BE49-F238E27FC236}">
                <a16:creationId xmlns:a16="http://schemas.microsoft.com/office/drawing/2014/main" id="{B993AB29-3A3A-4473-8AC8-86E859C97321}"/>
              </a:ext>
            </a:extLst>
          </p:cNvPr>
          <p:cNvSpPr>
            <a:spLocks xmlns:a="http://schemas.openxmlformats.org/drawingml/2006/main" noGrp="1"/>
          </p:cNvSpPr>
          <p:nvPr/>
        </p:nvSpPr>
        <p:spPr>
          <a:xfrm xmlns:a="http://schemas.openxmlformats.org/drawingml/2006/main">
            <a:off x="8591363" y="4641925"/>
            <a:ext cx="2139695" cy="1108635"/>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lvl1pPr marL="0" indent="0" algn="ctr" defTabSz="457200">
              <a:spcBef>
                <a:spcPts val="1000"/>
              </a:spcBef>
              <a:spcAft>
                <a:spcPts val="0"/>
              </a:spcAft>
              <a:buClr>
                <a:schemeClr val="accent1"/>
              </a:buClr>
              <a:buSzPct val="80000"/>
              <a:buFont typeface="Wingdings 3"/>
              <a:buNone/>
              <a:defRPr sz="1600" kern="1200">
                <a:solidFill>
                  <a:schemeClr val="tx1"/>
                </a:solidFill>
                <a:latin typeface="+mn-lt"/>
                <a:ea typeface="+mn-lt"/>
                <a:cs typeface="+mn-lt"/>
              </a:defRPr>
            </a:lvl1pPr>
            <a:lvl2pPr marL="742950" indent="-285750" algn="l" defTabSz="457200">
              <a:spcBef>
                <a:spcPts val="1000"/>
              </a:spcBef>
              <a:spcAft>
                <a:spcPts val="0"/>
              </a:spcAft>
              <a:buClr>
                <a:schemeClr val="accent1"/>
              </a:buClr>
              <a:buSzPct val="80000"/>
              <a:buFont typeface="Wingdings 3"/>
              <a:buChar char=""/>
              <a:defRPr sz="1600" kern="1200">
                <a:solidFill>
                  <a:schemeClr val="tx1">
                    <a:lumMod val="75000"/>
                    <a:lumOff val="25000"/>
                  </a:schemeClr>
                </a:solidFill>
                <a:latin typeface="+mn-lt"/>
                <a:ea typeface="+mn-lt"/>
                <a:cs typeface="+mn-lt"/>
              </a:defRPr>
            </a:lvl2pPr>
            <a:lvl3pPr marL="1143000" indent="-228600" algn="l" defTabSz="457200">
              <a:spcBef>
                <a:spcPts val="1000"/>
              </a:spcBef>
              <a:spcAft>
                <a:spcPts val="0"/>
              </a:spcAft>
              <a:buClr>
                <a:schemeClr val="accent1"/>
              </a:buClr>
              <a:buSzPct val="80000"/>
              <a:buFont typeface="Wingdings 3"/>
              <a:buChar char=""/>
              <a:defRPr sz="1400" kern="1200">
                <a:solidFill>
                  <a:schemeClr val="tx1">
                    <a:lumMod val="75000"/>
                    <a:lumOff val="25000"/>
                  </a:schemeClr>
                </a:solidFill>
                <a:latin typeface="+mn-lt"/>
                <a:ea typeface="+mn-lt"/>
                <a:cs typeface="+mn-lt"/>
              </a:defRPr>
            </a:lvl3pPr>
            <a:lvl4pPr marL="1600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4pPr>
            <a:lvl5pPr marL="20574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5pPr>
            <a:lvl6pPr marL="25146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6pPr>
            <a:lvl7pPr marL="29718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7pPr>
            <a:lvl8pPr marL="34290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8pPr>
            <a:lvl9pPr marL="3886200" indent="-228600" algn="l" defTabSz="457200">
              <a:spcBef>
                <a:spcPts val="1000"/>
              </a:spcBef>
              <a:spcAft>
                <a:spcPts val="0"/>
              </a:spcAft>
              <a:buClr>
                <a:schemeClr val="accent1"/>
              </a:buClr>
              <a:buSzPct val="80000"/>
              <a:buFont typeface="Wingdings 3"/>
              <a:buChar char=""/>
              <a:defRPr sz="1200" kern="1200">
                <a:solidFill>
                  <a:schemeClr val="tx1">
                    <a:lumMod val="75000"/>
                    <a:lumOff val="25000"/>
                  </a:schemeClr>
                </a:solidFill>
                <a:latin typeface="+mn-lt"/>
                <a:ea typeface="+mn-lt"/>
                <a:cs typeface="+mn-lt"/>
              </a:defRPr>
            </a:lvl9pPr>
          </a:lstStyle>
          <a:p xmlns:a="http://schemas.openxmlformats.org/drawingml/2006/main">
            <a:r>
              <a:t/>
            </a:r>
          </a:p>
        </p:txBody>
      </p:sp>
      <p:pic>
        <p:nvPicPr>
          <p:cNvPr id="41" name="Picture 14"/>
          <p:cNvPicPr>
            <a:picLocks xmlns:a="http://schemas.openxmlformats.org/drawingml/2006/main" noChangeAspect="1"/>
          </p:cNvPicPr>
          <p:nvPr/>
        </p:nvPicPr>
        <p:blipFill rotWithShape="1">
          <a:blip xmlns:r="http://schemas.openxmlformats.org/officeDocument/2006/relationships" xmlns:a="http://schemas.openxmlformats.org/drawingml/2006/main" r:embed="R430d5ff998da4e98"/>
          <a:srcRect xmlns:a="http://schemas.openxmlformats.org/drawingml/2006/main" l="0" t="96181" r="0" b="0"/>
          <a:stretch xmlns:a="http://schemas.openxmlformats.org/drawingml/2006/main"/>
        </p:blipFill>
        <p:spPr>
          <a:xfrm xmlns:a="http://schemas.openxmlformats.org/drawingml/2006/main">
            <a:off x="675957" y="6471920"/>
            <a:ext cx="2143125" cy="193040"/>
          </a:xfrm>
          <a:prstGeom xmlns:a="http://schemas.openxmlformats.org/drawingml/2006/main" prst="rect">
            <a:avLst/>
          </a:prstGeom>
        </p:spPr>
      </p:pic>
      <p:sp>
        <p:nvSpPr>
          <p:cNvPr id="12" name="Text Placeholder 11">
            <a:extLst xmlns:a="http://schemas.openxmlformats.org/drawingml/2006/main">
              <a:ext uri="{FF2B5EF4-FFF2-40B4-BE49-F238E27FC236}">
                <a16:creationId xmlns:a16="http://schemas.microsoft.com/office/drawing/2014/main" id="{BC277FD7-925B-4C3D-A364-118403201507}"/>
              </a:ext>
            </a:extLst>
          </p:cNvPr>
          <p:cNvSpPr>
            <a:spLocks xmlns:a="http://schemas.openxmlformats.org/drawingml/2006/main" noGrp="1"/>
          </p:cNvSpPr>
          <p:nvPr>
            <p:ph type="body" idx="12"/>
          </p:nvPr>
        </p:nvSpPr>
        <p:spPr>
          <a:xfrm xmlns:a="http://schemas.openxmlformats.org/drawingml/2006/main">
            <a:off x="2975013" y="3962573"/>
            <a:ext cx="2139696" cy="344312"/>
          </a:xfrm>
        </p:spPr>
        <p:txBody>
          <a:bodyPr xmlns:a="http://schemas.openxmlformats.org/drawingml/2006/main">
            <a:normAutofit fontScale="92500" lnSpcReduction="20000"/>
          </a:bodyPr>
          <a:lstStyle xmlns:a="http://schemas.openxmlformats.org/drawingml/2006/main"/>
          <a:p xmlns:a="http://schemas.openxmlformats.org/drawingml/2006/main">
            <a:endParaRPr/>
          </a:p>
        </p:txBody>
      </p:sp>
    </p:spTree>
    <p:extLst>
      <p:ext uri="{BB962C8B-B14F-4D97-AF65-F5344CB8AC3E}">
        <p14:creationId xmlns:p14="http://schemas.microsoft.com/office/powerpoint/2010/main" val="3401748718"/>
      </p:ext>
    </p:extLst>
  </p:cSld>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2026-09-10T07:42:29.8130000Z</dcterms:created>
  <dcterms:modified xsi:type="dcterms:W3CDTF">2026-09-10T07:42:29.8130000Z</dcterms:modified>
</coreProperties>
</file>